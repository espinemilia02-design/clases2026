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Clase pensada para 40 minutos; el detalle de recetas se consulta en anexos. Presentar las tres preguntas: presencia, cantidad y secuencia. No confundir amplificación con lectura de bases.</a:t>
            </a:r>
          </a:p>
          <a:p>
            <a:r>
              <a:t>Fuentes: [1–5,9] · Esquemas originales y datos didácticos.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cambia el molde; qPCR y dPCR describen cómo se lee la amplificación. Las estrategias multiplex, nested y alta fidelidad son combinables. RT-PCR no significa real-time PCR.</a:t>
            </a:r>
          </a:p>
          <a:p>
            <a:r>
              <a:t>Fuentes: [2–4]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polimerasa extiende desde un 3′ libre en dirección 5′→3′. La temperatura de alineamiento depende de primers y química. Extensión según enzima y tamaño. No son condiciones universales.</a:t>
            </a:r>
          </a:p>
          <a:p>
            <a:r>
              <a:t>Fuentes: [3,5]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Conservar según muestra, extraer con método adecuado y retirar inhibidores. Para ARN trabajar sin RNasas y evaluar ADN genómico residual con −RT. La pureza por absorbancia no demuestra ausencia de inhibición.</a:t>
            </a:r>
          </a:p>
          <a:p>
            <a:r>
              <a:t>Fuentes: [2,4,5]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Comparar negativo de reactivos, blanco de extracción, positivo y control interno. −RT aplica cuando se evalúa ARN. Un NTC negativo no acredita que una muestra negativa sea amplificable.</a:t>
            </a:r>
          </a:p>
          <a:p>
            <a:r>
              <a:t>Fuentes: [2,4,6]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Ambos primers se escriben 5′→3′; el reverse se diseña como reverso complementario de su sitio de unión. Validar especificidad, Tm, dímeros y variantes. El cálculo de 0.5 µL por primer es docente, no concentración universal.</a:t>
            </a:r>
          </a:p>
          <a:p>
            <a:r>
              <a:t>Fuentes: [2,5,6]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mix 2× se asume completo: buffer, Mg²⁺, dNTP y polimerasa. ADN ejemplo 10 ng/µL; 2 µL aportan 20 ng. No añadir componentes ya incluidos. El detalle por modalidad se conserva en anexos.</a:t>
            </a:r>
          </a:p>
          <a:p>
            <a:r>
              <a:t>Fuentes: [5] · Receta docente para un mix completo 2×.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gel es esquemático y no confirma identidad por tamaño solamente. A tiene una banda esperada; B tiene mezcla de productos y NTC no debería mostrar señal. Si se obtiene banda única, revisar calidad y purificar antes de Sanger.</a:t>
            </a:r>
          </a:p>
          <a:p>
            <a:r>
              <a:t>Fuentes: [1,3,5]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transcriptasa reversa produce ADNc inicialmente monocatenario; la PCR genera ADN de doble hebra. Un paso: RT y amplificación en un tubo. Dos pasos: RT separada permite varios ensayos desde el mismo ADNc. La variación de RT afecta la cuantificación; usar −RT para controlar ADN genómico.</a:t>
            </a:r>
          </a:p>
          <a:p>
            <a:r>
              <a:t>Fuentes: [2,3,5]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Curvas simuladas con umbral común y eficiencias iguales. El eje y representa señal relativa; Cq se lee en el cruce del umbral. Comparar Cq requiere ensayos y condiciones comparables. La química puede usar colorante o sonda; ver anexos.</a:t>
            </a:r>
          </a:p>
          <a:p>
            <a:r>
              <a:t>Fuentes: [1–3,6]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Estándares de 10² a 10⁵ copias; Cq = −3.32 log10(N) + 40. Para Cq 26.72, log10(N)=4 y N=10⁴. La pendiente implica eficiencia cercana al 100 %. Validar rango y no extrapolar; el ejemplo no muestra todas las réplicas requeridas.</a:t>
            </a:r>
          </a:p>
          <a:p>
            <a:r>
              <a:t>Fuentes: [1,2,6]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Usar réplicas biológicas y referencias validadas. ΔCq control=25−20=5; tratado=22−20=2; ΔΔCq=−3; cambio 2³=8. El método requiere eficiencias comparables cercanas al 100 %. La masa equivalente de ARN no garantiza igual eficiencia de RT.</a:t>
            </a:r>
          </a:p>
          <a:p>
            <a:r>
              <a:t>Fuentes: [2,6,7]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Particiones dibujadas a escala conceptual. El conteo se hace después de PCR y clasifica señal. Una partición positiva puede contener varias copias. El modelo Poisson supone distribución aleatoria y volumen conocido; las particiones no son células.</a:t>
            </a:r>
          </a:p>
          <a:p>
            <a:r>
              <a:t>Fuentes: [3,4,8]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20 000 válidas, 5 000 positivas: p=.25, λ=.287682. Vp=.85 nL=.00085 µL; c=338.45 copias/µL en mezcla. 4 µL de extracto en 20 µL: multiplicar por5 para extracto diluido; dilución previa1:10: multiplicar por10. Volumen leído17µL, nominal20µL. Reportar incertidumbre en resultados reales.</a:t>
            </a:r>
          </a:p>
          <a:p>
            <a:r>
              <a:t>Fuentes: [4,8] · Valores simulados.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cuantificación digital es sin curva estándar, pero depende de volumen y clasificación. qPCR puede cuantificar absolutamente con estándares o relativamente con referencia. RT se puede añadir a las tres lecturas cuando el molde es ARN. Sensibilidad depende de ensayo, entrada y validación.</a:t>
            </a:r>
          </a:p>
          <a:p>
            <a:r>
              <a:t>Fuentes: [1–4,6,8]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Sanger requiere producto limpio y entrada según proveedor. En la reacción de secuenciación se usa un primer, no el par de PCR. Curvas cromatográficas ilustrativas, sin representar una secuencia experimental.</a:t>
            </a:r>
          </a:p>
          <a:p>
            <a:r>
              <a:t>Fuentes: [5,9]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Flujo frecuente: PCR de locus, purificación, índices/adaptadores y secuenciación; existen otras configuraciones. Las colas5′ no se unen inicialmente: diseñar Tm con región3′ específica. Las lecturas dependen de sesgos de primers y copias de marcador.</a:t>
            </a:r>
          </a:p>
          <a:p>
            <a:r>
              <a:t>Fuentes: [3,5,9]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RNA-seq, RT-qPCR verifica transcritos concretos con diseño y referencias validadas. En variantes, NGS identifica candidatos; dPCR sigue una variante conocida con ensayo específico y suficiente entrada. Bibliotecas: qPCR mide moléculas amplificables con adaptadores; requiere kit adecuado.</a:t>
            </a:r>
          </a:p>
          <a:p>
            <a:r>
              <a:t>Fuentes: [2,4,5,9]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cuatro minutos de discusión en parejas; solicitar técnica, control y cálculo. Ver respuestas orientativas en la siguiente diapositiva. Las preguntas son educativas y no constituyen un ensayo clínico validado.</a:t>
            </a:r>
          </a:p>
          <a:p>
            <a:r>
              <a:t>Fuentes: Síntesis de [2–4,6–9]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retomando presencia, cantidad y secuencia. Respuestas: expresión RT-qPCR (−RT, referencias, eficiencias); variante dPCR (control wild-type, blancos, suficientes moléculas, Poisson); región desconocida PCR+Sanger (producto específico, limpio y cuantificado). Bibliografía en la diapositiva siguiente; anexos disponibles aparte.</a:t>
            </a:r>
          </a:p>
          <a:p>
            <a:r>
              <a:t>Fuentes: [2–4,6–9]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actualización reciente se apoya en la revisión de Trouchet et al.2025. Se consultaron directamente los cuatro artículos adjuntos. Esquemas vectoriales originales; datos y curvas didácticos. No se afirma una revisión exhaustiva de literatura hasta2026.</a:t>
            </a:r>
          </a:p>
          <a:p>
            <a:r>
              <a:t>Fuentes: [1–4] Artículos adjuntos · [5–9] Textos y metodología.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BIOLOGÍA MOLECULAR · QUINTO SEMESTRE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PCR: una muestra, tres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[1–5,9] · Esquemas originales y datos didácticos.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7" name="Oval 6"/>
          <p:cNvSpPr/>
          <p:nvPr/>
        </p:nvSpPr>
        <p:spPr>
          <a:xfrm>
            <a:off x="736600" y="2260600"/>
            <a:ext cx="1447800" cy="1447800"/>
          </a:xfrm>
          <a:prstGeom prst="ellipse">
            <a:avLst/>
          </a:prstGeom>
          <a:solidFill>
            <a:srgbClr val="CBE9E7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70940" y="2658745"/>
            <a:ext cx="615315" cy="615315"/>
          </a:xfrm>
          <a:prstGeom prst="ellipse">
            <a:avLst/>
          </a:prstGeom>
          <a:solidFill>
            <a:srgbClr val="92B9D8"/>
          </a:solidFill>
          <a:ln>
            <a:solidFill>
              <a:srgbClr val="427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9964" y="312928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58645" y="312928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69085" y="3491229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311400" y="2984500"/>
            <a:ext cx="736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9100" y="2921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959100" y="2984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29000" y="2286000"/>
            <a:ext cx="762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92500" y="2451100"/>
            <a:ext cx="635000" cy="12065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30600" y="2933700"/>
            <a:ext cx="558800" cy="7239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505200" y="3657600"/>
            <a:ext cx="3048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810000" y="3657600"/>
            <a:ext cx="3048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08500" y="2984500"/>
            <a:ext cx="698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18100" y="2921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118100" y="2984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26100" y="2082800"/>
            <a:ext cx="1917700" cy="25273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37300" y="2387600"/>
            <a:ext cx="482600" cy="4826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91200" y="3162300"/>
            <a:ext cx="16637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¿Está?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200" y="3708400"/>
            <a:ext cx="16510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Detectar una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diana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96200" y="2082800"/>
            <a:ext cx="1917700" cy="25273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07400" y="2387600"/>
            <a:ext cx="482600" cy="4826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1300" y="3162300"/>
            <a:ext cx="16637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4276C8"/>
                </a:solidFill>
                <a:latin typeface="DejaVu Sans"/>
              </a:defRPr>
            </a:pPr>
            <a:r>
              <a:t>¿Cuánto?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1300" y="3708400"/>
            <a:ext cx="16510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Medir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cantidad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66300" y="2082800"/>
            <a:ext cx="1917700" cy="25273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477500" y="2387600"/>
            <a:ext cx="482600" cy="4826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1400" y="3162300"/>
            <a:ext cx="16637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8061AC"/>
                </a:solidFill>
                <a:latin typeface="DejaVu Sans"/>
              </a:defRPr>
            </a:pPr>
            <a:r>
              <a:t>¿Cuál?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1400" y="3708400"/>
            <a:ext cx="16510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Leer su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secuencia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600" y="4838700"/>
            <a:ext cx="10668000" cy="45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F86"/>
                </a:solidFill>
                <a:latin typeface="DejaVu Sans"/>
              </a:defRPr>
            </a:pPr>
            <a:r>
              <a:t>Elegimos la PCR según la pregunta que queremos resolver.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Ejemplos de hoy: un gen vegetal, un transcrito y una variante de ADN.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MAPA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La familia PCR: nombres que sí tienen sentido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[2–4]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54200"/>
            <a:ext cx="279400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16000" y="2374900"/>
            <a:ext cx="1587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16000" y="2565400"/>
            <a:ext cx="1587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049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700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351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6002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653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304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955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606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425700" y="23749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6000" y="2844800"/>
            <a:ext cx="1968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ADN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16000" y="3746500"/>
            <a:ext cx="66145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82145" y="3845982"/>
            <a:ext cx="66146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48291" y="3800777"/>
            <a:ext cx="66146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214437" y="3690299"/>
            <a:ext cx="66146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80583" y="3622353"/>
            <a:ext cx="66146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46729" y="3622353"/>
            <a:ext cx="66146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12875" y="3648358"/>
            <a:ext cx="66145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479020" y="3748635"/>
            <a:ext cx="66146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545166" y="3847295"/>
            <a:ext cx="66146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611312" y="3798839"/>
            <a:ext cx="66146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677458" y="3688392"/>
            <a:ext cx="66146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743604" y="3621921"/>
            <a:ext cx="66146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809750" y="3621921"/>
            <a:ext cx="66145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875895" y="3649728"/>
            <a:ext cx="66146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42041" y="3750770"/>
            <a:ext cx="66146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008187" y="3848580"/>
            <a:ext cx="66146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074333" y="3796886"/>
            <a:ext cx="66146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40479" y="3686502"/>
            <a:ext cx="66146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06625" y="3621523"/>
            <a:ext cx="66145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72770" y="3621523"/>
            <a:ext cx="66146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38916" y="3651124"/>
            <a:ext cx="66146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405062" y="3752903"/>
            <a:ext cx="66146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71208" y="3849836"/>
            <a:ext cx="66146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537354" y="3794918"/>
            <a:ext cx="66146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016000" y="36195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214437" y="36737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412875" y="35213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611312" y="37426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809750" y="34949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008187" y="37215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06625" y="35595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405062" y="36259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016000" y="4140200"/>
            <a:ext cx="1968500" cy="6385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ARN → RT →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ADNc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530600" y="3556000"/>
            <a:ext cx="571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13200" y="3492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013200" y="3556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4343400" y="1828800"/>
            <a:ext cx="71755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521200" y="20447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76800" y="1981200"/>
            <a:ext cx="65151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PCR convencional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46600" y="2400300"/>
            <a:ext cx="679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Una banda al final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343400" y="3022600"/>
            <a:ext cx="71755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521200" y="3238500"/>
            <a:ext cx="203200" cy="2032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76800" y="3175000"/>
            <a:ext cx="65151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4276C8"/>
                </a:solidFill>
                <a:latin typeface="DejaVu Sans"/>
              </a:defRPr>
            </a:pPr>
            <a:r>
              <a:t>qPCR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46600" y="3594100"/>
            <a:ext cx="679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Fluorescencia en cada ciclo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43400" y="4216400"/>
            <a:ext cx="7175500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21200" y="4432300"/>
            <a:ext cx="203200" cy="2032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76800" y="4368800"/>
            <a:ext cx="65151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dPCR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46600" y="4787900"/>
            <a:ext cx="679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Particiones positivas y negativas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RT = convertir ARN en ADNc. Se puede combinar con PCR final, qPCR o dPCR.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FUNDAMENTOS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La PCR copia en tres movimientos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41500"/>
            <a:ext cx="3327400" cy="3352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070100"/>
            <a:ext cx="28829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1. Separar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44958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94–98 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2300" y="1841500"/>
            <a:ext cx="3327400" cy="3352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0900" y="2070100"/>
            <a:ext cx="28829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2. Reconocer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0900" y="44958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Alineamiento según Tm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5000" y="1841500"/>
            <a:ext cx="3327400" cy="3352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83600" y="2070100"/>
            <a:ext cx="28829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3. Copiar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3600" y="4495800"/>
            <a:ext cx="28829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83443"/>
                </a:solidFill>
                <a:latin typeface="DejaVu Sans"/>
              </a:defRPr>
            </a:pPr>
            <a:r>
              <a:t>Extensión según enzima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600" y="32131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600" y="37719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6000" y="31623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26000" y="37719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67300" y="3606800"/>
            <a:ext cx="6096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88000" y="35433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588000" y="36068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515100" y="3314700"/>
            <a:ext cx="6096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515100" y="32512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6515100" y="33147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648700" y="31496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648700" y="33401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7376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9027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0678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29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3980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5631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7282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8933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584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2235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3886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5537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7188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8839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049000" y="3149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48700" y="3784600"/>
            <a:ext cx="2540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648700" y="3975100"/>
            <a:ext cx="25400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7376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9027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0678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2329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3980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5631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7282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8933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0584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2235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3886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537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7188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8839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1049000" y="37846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987800" y="3492500"/>
            <a:ext cx="3683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267200" y="3429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267200" y="3492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7810500" y="3492500"/>
            <a:ext cx="3683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089900" y="3429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089900" y="3492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Cada ciclo aumenta las copias; la duplicación ideal no se mantiene hasta la meseta.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DE LA MUESTRA AL TUBO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982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Primero preparamos una muestra que pueda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amplificar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[2,4,5]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44600" y="2324100"/>
            <a:ext cx="355600" cy="1206500"/>
          </a:xfrm>
          <a:prstGeom prst="line">
            <a:avLst/>
          </a:prstGeom>
          <a:ln w="1016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117600" y="2032000"/>
            <a:ext cx="304800" cy="520700"/>
          </a:xfrm>
          <a:prstGeom prst="ellipse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900" y="4229100"/>
            <a:ext cx="1905000" cy="6073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Tomar 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conservar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59000" y="3060700"/>
            <a:ext cx="698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68600" y="2997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768600" y="3060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124200" y="2489200"/>
            <a:ext cx="1143000" cy="1143000"/>
          </a:xfrm>
          <a:prstGeom prst="ellipse">
            <a:avLst/>
          </a:prstGeom>
          <a:solidFill>
            <a:srgbClr val="CBE9E7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67100" y="2803525"/>
            <a:ext cx="485775" cy="485775"/>
          </a:xfrm>
          <a:prstGeom prst="ellipse">
            <a:avLst/>
          </a:prstGeom>
          <a:solidFill>
            <a:srgbClr val="92B9D8"/>
          </a:solidFill>
          <a:ln>
            <a:solidFill>
              <a:srgbClr val="427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24225" y="317500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10025" y="317500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81425" y="3460750"/>
            <a:ext cx="203200" cy="114300"/>
          </a:xfrm>
          <a:prstGeom prst="ellipse">
            <a:avLst/>
          </a:prstGeom>
          <a:solidFill>
            <a:srgbClr val="91C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75000" y="4229100"/>
            <a:ext cx="17780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Lisar células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45000" y="3060700"/>
            <a:ext cx="698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54600" y="2997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054600" y="3060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40400" y="2197100"/>
            <a:ext cx="762000" cy="1562100"/>
          </a:xfrm>
          <a:prstGeom prst="roundRect">
            <a:avLst/>
          </a:prstGeom>
          <a:solidFill>
            <a:srgbClr val="FFFFF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03900" y="2921000"/>
            <a:ext cx="635000" cy="2286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803900" y="3149600"/>
            <a:ext cx="6350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59400" y="4229100"/>
            <a:ext cx="22860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Extraer y lavar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32600" y="3060700"/>
            <a:ext cx="698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42200" y="2997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442200" y="3060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40700" y="23241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04200" y="2489200"/>
            <a:ext cx="508000" cy="9906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42300" y="3034030"/>
            <a:ext cx="431800" cy="445770"/>
          </a:xfrm>
          <a:prstGeom prst="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8216900" y="34798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8458200" y="34798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696200" y="4229100"/>
            <a:ext cx="21590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Eluir y medir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017000" y="3060700"/>
            <a:ext cx="571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499600" y="2997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499600" y="3060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82200" y="2590800"/>
            <a:ext cx="1206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982200" y="2781300"/>
            <a:ext cx="1206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0711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2362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4013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5664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7315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966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061700" y="25908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82200" y="3530600"/>
            <a:ext cx="50270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032470" y="3630082"/>
            <a:ext cx="50271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0082741" y="3584877"/>
            <a:ext cx="50271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133012" y="3474399"/>
            <a:ext cx="50271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0183283" y="3406453"/>
            <a:ext cx="50271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233554" y="3406453"/>
            <a:ext cx="50271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283825" y="3432458"/>
            <a:ext cx="50270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334095" y="3532735"/>
            <a:ext cx="50271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384366" y="3631395"/>
            <a:ext cx="50271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434637" y="3582939"/>
            <a:ext cx="50271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0484908" y="3472492"/>
            <a:ext cx="50271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0535179" y="3406021"/>
            <a:ext cx="50271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85450" y="3406021"/>
            <a:ext cx="50270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635720" y="3433828"/>
            <a:ext cx="50271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685991" y="3534870"/>
            <a:ext cx="50271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736262" y="3632680"/>
            <a:ext cx="50271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786533" y="3580986"/>
            <a:ext cx="50271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836804" y="3470602"/>
            <a:ext cx="50271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0887075" y="3405623"/>
            <a:ext cx="50270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937345" y="3405623"/>
            <a:ext cx="50271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987616" y="3435224"/>
            <a:ext cx="50271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037887" y="3537003"/>
            <a:ext cx="50271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088158" y="3633936"/>
            <a:ext cx="50271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1138429" y="3579018"/>
            <a:ext cx="50271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9982200" y="34036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0133012" y="34578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0283825" y="33054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0434637" y="35267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0585450" y="32790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736262" y="35056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887075" y="33436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1037887" y="34100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9766300" y="4229100"/>
            <a:ext cx="17780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ADN o ARN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ARN: proteger de RNasas. Todas las muestras: revisar inhibidores y cantidad útil.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ANTES DE INTERPRETAR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Los controles son nuestros testigos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[2,4,6]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08100" y="19685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2133600"/>
            <a:ext cx="508000" cy="1016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09700" y="2641600"/>
            <a:ext cx="431800" cy="5080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3843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6256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5500" y="3594100"/>
            <a:ext cx="21590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NTC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500" y="4127500"/>
            <a:ext cx="21590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Sin molde: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¿contaminación?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2500" y="19685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56000" y="2133600"/>
            <a:ext cx="508000" cy="1016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94100" y="2641600"/>
            <a:ext cx="431800" cy="5080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5687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8100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09900" y="3594100"/>
            <a:ext cx="21590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Blanco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9900" y="4127500"/>
            <a:ext cx="21590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Sin muestra: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¿extracción limpia?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6900" y="19685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40400" y="2133600"/>
            <a:ext cx="508000" cy="1016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78500" y="2641600"/>
            <a:ext cx="431800" cy="50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7531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9944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94300" y="3594100"/>
            <a:ext cx="21590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Positivo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4300" y="4127500"/>
            <a:ext cx="2159000" cy="8260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Diana conocida: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¿funcionó el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ensayo?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1300" y="19685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24800" y="2133600"/>
            <a:ext cx="508000" cy="1016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900" y="2641600"/>
            <a:ext cx="431800" cy="508000"/>
          </a:xfrm>
          <a:prstGeom prst="rect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9375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1788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378700" y="3594100"/>
            <a:ext cx="21590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−RT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8700" y="4127500"/>
            <a:ext cx="2159000" cy="5760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Sin transcriptasa: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¿hay ADN residual?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45700" y="1968500"/>
            <a:ext cx="635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109200" y="2133600"/>
            <a:ext cx="508000" cy="1016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47300" y="2641600"/>
            <a:ext cx="431800" cy="508000"/>
          </a:xfrm>
          <a:prstGeom prst="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1219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363200" y="3149600"/>
            <a:ext cx="241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563100" y="3594100"/>
            <a:ext cx="21590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Interno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63100" y="4127500"/>
            <a:ext cx="2159000" cy="8260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En la muestra: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¿se puede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amplificar?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Muestra negativa + control interno fallido = resultado que necesita revisión.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DISEÑO Y CÁLCULO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Los primers son dos puntos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[2,5,6]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97000" y="2641600"/>
            <a:ext cx="92964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397000" y="3429000"/>
            <a:ext cx="92964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3600" y="23114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5′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5000" y="23114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3′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34671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3′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0" y="3467100"/>
            <a:ext cx="69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5′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03500" y="3213100"/>
            <a:ext cx="1651000" cy="0"/>
          </a:xfrm>
          <a:prstGeom prst="line">
            <a:avLst/>
          </a:prstGeom>
          <a:ln w="889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54500" y="3213100"/>
            <a:ext cx="5715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37100" y="31496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737100" y="3213100"/>
            <a:ext cx="88900" cy="6350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7900" y="3721100"/>
            <a:ext cx="3429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DA765B"/>
                </a:solidFill>
                <a:latin typeface="DejaVu Sans"/>
              </a:defRPr>
            </a:pPr>
            <a:r>
              <a:t>Forward: 5′ → 3′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23200" y="2844800"/>
            <a:ext cx="1651000" cy="0"/>
          </a:xfrm>
          <a:prstGeom prst="line">
            <a:avLst/>
          </a:prstGeom>
          <a:ln w="889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251700" y="2844800"/>
            <a:ext cx="5715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251700" y="27813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7251700" y="2844800"/>
            <a:ext cx="88900" cy="635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91400" y="1993900"/>
            <a:ext cx="3810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Reverse: 3′ ← 5′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44600" y="4457700"/>
            <a:ext cx="9575800" cy="88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7800" y="4610100"/>
            <a:ext cx="9207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Stock 10 µM → final 0,2 µM en 25 µL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7800" y="4991100"/>
            <a:ext cx="9207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3443"/>
                </a:solidFill>
                <a:latin typeface="DejaVu Sans"/>
              </a:defRPr>
            </a:pPr>
            <a:r>
              <a:t>V = (0,2 × 25) / 10 = 0,5 µL de cada primer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Los extremos 3′ miran hacia la región que queremos copiar.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MASTER MIX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Armemos juntos una reacción de 25 µL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[5] · Receta docente para un mix completo 2×.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1400" y="2184400"/>
            <a:ext cx="317500" cy="762000"/>
          </a:xfrm>
          <a:prstGeom prst="roundRect">
            <a:avLst/>
          </a:prstGeom>
          <a:solidFill>
            <a:srgbClr val="FFFFF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4900" y="2019300"/>
            <a:ext cx="190500" cy="1778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0300" y="2946400"/>
            <a:ext cx="139700" cy="482600"/>
          </a:xfrm>
          <a:prstGeom prst="rect">
            <a:avLst/>
          </a:prstGeom>
          <a:solidFill>
            <a:srgbClr val="DFE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130300" y="3429000"/>
            <a:ext cx="63500" cy="317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93800" y="3429000"/>
            <a:ext cx="76200" cy="317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130300" y="3886200"/>
            <a:ext cx="152400" cy="2159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993900" y="2603500"/>
            <a:ext cx="1016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57400" y="2768600"/>
            <a:ext cx="889000" cy="15240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95500" y="3347720"/>
            <a:ext cx="812800" cy="94488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070100" y="4292600"/>
            <a:ext cx="4318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501900" y="4292600"/>
            <a:ext cx="4318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638300" y="4851400"/>
            <a:ext cx="2108200" cy="34175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7F86"/>
                </a:solidFill>
                <a:latin typeface="DejaVu Sans"/>
              </a:defRPr>
            </a:pPr>
            <a:r>
              <a:t>Tubo final: 25 µL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8100" y="1879600"/>
            <a:ext cx="1841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7F86"/>
                </a:solidFill>
                <a:latin typeface="DejaVu Sans"/>
              </a:defRPr>
            </a:pPr>
            <a:r>
              <a:t>Mix 2×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53100" y="1892300"/>
            <a:ext cx="1905000" cy="279400"/>
          </a:xfrm>
          <a:prstGeom prst="round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7500" y="1866900"/>
            <a:ext cx="323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12,5 µL → 1×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8100" y="2565400"/>
            <a:ext cx="1841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A765B"/>
                </a:solidFill>
                <a:latin typeface="DejaVu Sans"/>
              </a:defRPr>
            </a:pPr>
            <a:r>
              <a:t>Primer 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53100" y="2578100"/>
            <a:ext cx="101600" cy="279400"/>
          </a:xfrm>
          <a:prstGeom prst="roundRect">
            <a:avLst/>
          </a:prstGeom>
          <a:solidFill>
            <a:srgbClr val="DA7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37500" y="2552700"/>
            <a:ext cx="323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0,5 µL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8100" y="3251200"/>
            <a:ext cx="1841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Primer 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53100" y="3263900"/>
            <a:ext cx="101600" cy="279400"/>
          </a:xfrm>
          <a:prstGeom prst="roundRect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37500" y="3238500"/>
            <a:ext cx="323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0,5 µL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8100" y="3937000"/>
            <a:ext cx="1841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4276C8"/>
                </a:solidFill>
                <a:latin typeface="DejaVu Sans"/>
              </a:defRPr>
            </a:pPr>
            <a:r>
              <a:t>ADN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53100" y="3949700"/>
            <a:ext cx="304800" cy="279400"/>
          </a:xfrm>
          <a:prstGeom prst="round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37500" y="3924300"/>
            <a:ext cx="323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2,0 µL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8100" y="4622800"/>
            <a:ext cx="1841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EBEC8"/>
                </a:solidFill>
                <a:latin typeface="DejaVu Sans"/>
              </a:defRPr>
            </a:pPr>
            <a:r>
              <a:t>Agua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53100" y="4635500"/>
            <a:ext cx="1447800" cy="279400"/>
          </a:xfrm>
          <a:prstGeom prst="roundRect">
            <a:avLst/>
          </a:prstGeom>
          <a:solidFill>
            <a:srgbClr val="8EB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37500" y="4610100"/>
            <a:ext cx="32385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9,5 µL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Agua = 25 − (12,5 + 0,5 + 0,5 + 2) = 9,5 µL. En NTC, reemplazar ADN por agua.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EJEMPLO · ELEGIR QUÉ SECUENCIAR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PCR convencional: leer una banda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[1,3,5]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" y="1879600"/>
            <a:ext cx="5969000" cy="3429000"/>
          </a:xfrm>
          <a:prstGeom prst="roundRect">
            <a:avLst/>
          </a:prstGeom>
          <a:solidFill>
            <a:srgbClr val="203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66333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1655233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667933" y="27051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67933" y="30099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67933" y="33147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667933" y="36195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67933" y="39243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561166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0066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650066" y="36576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56000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44900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3644900" y="36576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50833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9733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639733" y="31623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639733" y="42926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545666" y="20320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NTC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34566" y="23622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02500" y="1955800"/>
            <a:ext cx="41275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A: una banda esperada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500" y="2705100"/>
            <a:ext cx="41275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443"/>
                </a:solidFill>
                <a:latin typeface="DejaVu Sans"/>
              </a:defRPr>
            </a:pPr>
            <a:r>
              <a:t>B: dos productos; revisar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443"/>
                </a:solidFill>
                <a:latin typeface="DejaVu Sans"/>
              </a:defRPr>
            </a:pPr>
            <a:r>
              <a:t>especificidad.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2500" y="3683000"/>
            <a:ext cx="4127500" cy="1154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¿Qué muestra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prepararías primero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para Sanger?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A es la mejor candidata del ejemplo. La intensidad final no mide de forma fiable el ADN inicial.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RT-PCR Y RT-QPCR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Si empezamos con ARN, necesitamos un paso extra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[2,3,5]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1400" y="37592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1435100" y="25146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89000" y="28956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73200" y="26289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1700" y="32639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85900" y="31877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857500" y="3048000"/>
            <a:ext cx="73025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930525" y="3147482"/>
            <a:ext cx="73025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003550" y="3102277"/>
            <a:ext cx="73025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3076575" y="2991799"/>
            <a:ext cx="73025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149600" y="2923853"/>
            <a:ext cx="73025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22625" y="2923853"/>
            <a:ext cx="73025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295650" y="2949858"/>
            <a:ext cx="73025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368675" y="3050135"/>
            <a:ext cx="73025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41700" y="3148795"/>
            <a:ext cx="73025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514725" y="3100339"/>
            <a:ext cx="73025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587750" y="2989892"/>
            <a:ext cx="73025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660775" y="2923421"/>
            <a:ext cx="73025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33800" y="2923421"/>
            <a:ext cx="73025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06825" y="2951228"/>
            <a:ext cx="73025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879850" y="3052270"/>
            <a:ext cx="73025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952875" y="3150080"/>
            <a:ext cx="73025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025900" y="3098386"/>
            <a:ext cx="73025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098925" y="2988002"/>
            <a:ext cx="73025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171950" y="2923023"/>
            <a:ext cx="73025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244975" y="2923023"/>
            <a:ext cx="73025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318000" y="2952624"/>
            <a:ext cx="73025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391025" y="3054403"/>
            <a:ext cx="73025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464050" y="3151336"/>
            <a:ext cx="73025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537075" y="3096418"/>
            <a:ext cx="73025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857500" y="29210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6575" y="29752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95650" y="28228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514725" y="30441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733800" y="27964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952875" y="30230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171950" y="28610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391025" y="29274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984500" y="3810000"/>
            <a:ext cx="20320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8061AC"/>
                </a:solidFill>
                <a:latin typeface="DejaVu Sans"/>
              </a:defRPr>
            </a:pPr>
            <a:r>
              <a:t>ARN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851400" y="3048000"/>
            <a:ext cx="571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334000" y="2984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334000" y="3048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651500" y="2400300"/>
            <a:ext cx="1943100" cy="1308100"/>
          </a:xfrm>
          <a:prstGeom prst="ellipse">
            <a:avLst/>
          </a:prstGeom>
          <a:solidFill>
            <a:srgbClr val="E7E0F1"/>
          </a:solidFill>
          <a:ln>
            <a:solidFill>
              <a:srgbClr val="8061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2000" y="2768600"/>
            <a:ext cx="1625600" cy="6385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Transcriptasa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8061AC"/>
                </a:solidFill>
                <a:latin typeface="DejaVu Sans"/>
              </a:defRPr>
            </a:pPr>
            <a:r>
              <a:t>reversa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823200" y="3048000"/>
            <a:ext cx="571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305800" y="2984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05800" y="3048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39200" y="3048000"/>
            <a:ext cx="19939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093200" y="3810000"/>
            <a:ext cx="1968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ADNc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38500" y="4533900"/>
            <a:ext cx="7594600" cy="7493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67100" y="4699000"/>
            <a:ext cx="7175500" cy="4511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F86"/>
                </a:solidFill>
                <a:latin typeface="DejaVu Sans"/>
              </a:defRPr>
            </a:pPr>
            <a:r>
              <a:t>ADNc → PCR final, qPCR o dPCR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RT describe el cambio de ARN a ADNc; no significa que la lectura sea en tiempo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LEER DURANTE LA AMPLIFICACIÓN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qPCR: más molde, cruce más temprano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[1–3,6]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7600" y="5041900"/>
            <a:ext cx="6502400" cy="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17600" y="2311400"/>
            <a:ext cx="0" cy="273050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76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87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6543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688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799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944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055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30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20000" y="5041900"/>
            <a:ext cx="0" cy="63500"/>
          </a:xfrm>
          <a:prstGeom prst="line">
            <a:avLst/>
          </a:prstGeom>
          <a:ln w="127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31100" y="5168900"/>
            <a:ext cx="571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83443"/>
                </a:solidFill>
                <a:latin typeface="DejaVu Sans"/>
              </a:defRPr>
            </a:pPr>
            <a:r>
              <a:t>40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17600" y="3676650"/>
            <a:ext cx="6502400" cy="0"/>
          </a:xfrm>
          <a:prstGeom prst="line">
            <a:avLst/>
          </a:prstGeom>
          <a:ln w="127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57300" y="3333750"/>
            <a:ext cx="1778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DA765B"/>
                </a:solidFill>
                <a:latin typeface="DejaVu Sans"/>
              </a:defRPr>
            </a:pPr>
            <a:r>
              <a:t>Umbral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17600" y="5041875"/>
            <a:ext cx="40640" cy="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8240" y="5041871"/>
            <a:ext cx="40640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98880" y="5041867"/>
            <a:ext cx="40640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39520" y="5041861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280160" y="5041855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320800" y="5041848"/>
            <a:ext cx="40640" cy="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361440" y="5041840"/>
            <a:ext cx="40640" cy="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402080" y="5041831"/>
            <a:ext cx="40640" cy="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442720" y="5041820"/>
            <a:ext cx="40640" cy="1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483360" y="5041807"/>
            <a:ext cx="40640" cy="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524000" y="5041792"/>
            <a:ext cx="40640" cy="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564640" y="5041776"/>
            <a:ext cx="40640" cy="1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605280" y="5041756"/>
            <a:ext cx="40640" cy="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645920" y="5041733"/>
            <a:ext cx="40640" cy="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686560" y="5041707"/>
            <a:ext cx="40640" cy="2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27200" y="5041676"/>
            <a:ext cx="40639" cy="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767839" y="5041641"/>
            <a:ext cx="40641" cy="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08480" y="5041600"/>
            <a:ext cx="40640" cy="4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49120" y="5041553"/>
            <a:ext cx="40640" cy="4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889760" y="5041498"/>
            <a:ext cx="40640" cy="5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930400" y="5041434"/>
            <a:ext cx="40639" cy="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971039" y="5041360"/>
            <a:ext cx="40641" cy="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011680" y="5041275"/>
            <a:ext cx="40640" cy="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52320" y="5041176"/>
            <a:ext cx="40640" cy="9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092960" y="5041061"/>
            <a:ext cx="40640" cy="1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133600" y="5040928"/>
            <a:ext cx="40640" cy="13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174240" y="5040775"/>
            <a:ext cx="40640" cy="15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214880" y="5040596"/>
            <a:ext cx="40640" cy="17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255520" y="5040390"/>
            <a:ext cx="40640" cy="20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96160" y="5040151"/>
            <a:ext cx="40640" cy="23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336800" y="5039874"/>
            <a:ext cx="40640" cy="2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377440" y="5039554"/>
            <a:ext cx="40640" cy="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418080" y="5039183"/>
            <a:ext cx="40640" cy="37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458720" y="5038753"/>
            <a:ext cx="40640" cy="43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499360" y="5038255"/>
            <a:ext cx="40640" cy="4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40000" y="5037678"/>
            <a:ext cx="40640" cy="5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580640" y="5037011"/>
            <a:ext cx="40640" cy="66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621280" y="5036238"/>
            <a:ext cx="40640" cy="7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661920" y="5035343"/>
            <a:ext cx="40640" cy="89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702560" y="5034307"/>
            <a:ext cx="40640" cy="10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43200" y="5033109"/>
            <a:ext cx="40640" cy="11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83840" y="5031721"/>
            <a:ext cx="40640" cy="138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24480" y="5030116"/>
            <a:ext cx="40640" cy="160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5120" y="5028258"/>
            <a:ext cx="40640" cy="185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05760" y="5026109"/>
            <a:ext cx="40640" cy="214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946400" y="5023625"/>
            <a:ext cx="40640" cy="248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987040" y="5020752"/>
            <a:ext cx="40640" cy="28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027680" y="5017432"/>
            <a:ext cx="40640" cy="3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68320" y="5013596"/>
            <a:ext cx="40640" cy="38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108960" y="5009165"/>
            <a:ext cx="40640" cy="44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149600" y="5004052"/>
            <a:ext cx="40640" cy="51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190240" y="4998152"/>
            <a:ext cx="40640" cy="590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230880" y="4991349"/>
            <a:ext cx="40640" cy="680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271520" y="4983512"/>
            <a:ext cx="40640" cy="783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312160" y="4974491"/>
            <a:ext cx="40640" cy="902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352800" y="4964116"/>
            <a:ext cx="40640" cy="1037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393440" y="4952198"/>
            <a:ext cx="40639" cy="119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434079" y="4938526"/>
            <a:ext cx="40641" cy="1367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474720" y="4922863"/>
            <a:ext cx="40640" cy="156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515360" y="4904951"/>
            <a:ext cx="40640" cy="1791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56000" y="4884506"/>
            <a:ext cx="40640" cy="2044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596640" y="4861221"/>
            <a:ext cx="40639" cy="232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37279" y="4834769"/>
            <a:ext cx="40641" cy="2645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677920" y="4804804"/>
            <a:ext cx="40640" cy="2996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718560" y="4770970"/>
            <a:ext cx="40640" cy="3383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759200" y="4732906"/>
            <a:ext cx="40640" cy="380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799840" y="4690258"/>
            <a:ext cx="40639" cy="4264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840479" y="4642695"/>
            <a:ext cx="40641" cy="475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881120" y="4589921"/>
            <a:ext cx="40640" cy="527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21760" y="4531697"/>
            <a:ext cx="40640" cy="5822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962400" y="4467862"/>
            <a:ext cx="40640" cy="638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003040" y="4398355"/>
            <a:ext cx="40639" cy="6950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043679" y="4323237"/>
            <a:ext cx="40641" cy="751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084320" y="4242708"/>
            <a:ext cx="40640" cy="805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124960" y="4157125"/>
            <a:ext cx="40640" cy="8558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165600" y="4067002"/>
            <a:ext cx="40640" cy="901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206240" y="3973016"/>
            <a:ext cx="40640" cy="9398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246880" y="3875987"/>
            <a:ext cx="40640" cy="970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287520" y="3776855"/>
            <a:ext cx="40640" cy="9913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328160" y="3676650"/>
            <a:ext cx="40640" cy="10020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368800" y="3576444"/>
            <a:ext cx="40640" cy="10020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4409440" y="3477312"/>
            <a:ext cx="40640" cy="9913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4450080" y="3380283"/>
            <a:ext cx="40640" cy="970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4490720" y="3286297"/>
            <a:ext cx="40640" cy="9398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531360" y="3196174"/>
            <a:ext cx="40640" cy="901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572000" y="3110591"/>
            <a:ext cx="40640" cy="8558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612640" y="3030062"/>
            <a:ext cx="40640" cy="8052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653280" y="2954944"/>
            <a:ext cx="40640" cy="751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693920" y="2885437"/>
            <a:ext cx="40640" cy="6950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734560" y="2821602"/>
            <a:ext cx="40640" cy="638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775200" y="2763378"/>
            <a:ext cx="40640" cy="5822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4815840" y="2710604"/>
            <a:ext cx="40640" cy="527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4856480" y="2663041"/>
            <a:ext cx="40640" cy="475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897120" y="2620393"/>
            <a:ext cx="40640" cy="4264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937760" y="2582329"/>
            <a:ext cx="40640" cy="380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978400" y="2548495"/>
            <a:ext cx="40640" cy="3383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5019040" y="2518530"/>
            <a:ext cx="40640" cy="2996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5059680" y="2492078"/>
            <a:ext cx="40640" cy="2645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5100320" y="2468793"/>
            <a:ext cx="40640" cy="232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5140960" y="2448348"/>
            <a:ext cx="40640" cy="2044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5181600" y="2430436"/>
            <a:ext cx="40640" cy="1791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5222240" y="2414773"/>
            <a:ext cx="40640" cy="1566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262880" y="2401101"/>
            <a:ext cx="40640" cy="13672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5303520" y="2389183"/>
            <a:ext cx="40640" cy="1191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5344160" y="2378808"/>
            <a:ext cx="40640" cy="1037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5384800" y="2369787"/>
            <a:ext cx="40640" cy="902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5425440" y="2361950"/>
            <a:ext cx="40640" cy="783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5466080" y="2355147"/>
            <a:ext cx="40640" cy="680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5506720" y="2349247"/>
            <a:ext cx="40640" cy="590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5547360" y="2344134"/>
            <a:ext cx="40640" cy="51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5588000" y="2339703"/>
            <a:ext cx="40640" cy="44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5628640" y="2335867"/>
            <a:ext cx="40640" cy="38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5669280" y="2332547"/>
            <a:ext cx="40640" cy="3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5709920" y="2329674"/>
            <a:ext cx="40640" cy="28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5750560" y="2327190"/>
            <a:ext cx="40640" cy="248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5791200" y="2325041"/>
            <a:ext cx="40640" cy="214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5831840" y="2323183"/>
            <a:ext cx="40640" cy="185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5872480" y="2321578"/>
            <a:ext cx="40640" cy="160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5913120" y="2320190"/>
            <a:ext cx="40640" cy="138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5953760" y="2318992"/>
            <a:ext cx="40640" cy="11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5994400" y="2317956"/>
            <a:ext cx="40640" cy="103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6035040" y="2317061"/>
            <a:ext cx="40640" cy="89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75680" y="2316288"/>
            <a:ext cx="40640" cy="77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6116320" y="2315621"/>
            <a:ext cx="40640" cy="66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6156960" y="2315044"/>
            <a:ext cx="40640" cy="5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6197600" y="2314546"/>
            <a:ext cx="40640" cy="49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6238240" y="2314116"/>
            <a:ext cx="40640" cy="43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6278880" y="2313745"/>
            <a:ext cx="40640" cy="37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6319520" y="2313425"/>
            <a:ext cx="40640" cy="3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6360160" y="2313148"/>
            <a:ext cx="40640" cy="27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6400800" y="2312909"/>
            <a:ext cx="40640" cy="23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6441440" y="2312703"/>
            <a:ext cx="40640" cy="20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6482080" y="2312524"/>
            <a:ext cx="40640" cy="17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6522720" y="2312371"/>
            <a:ext cx="40639" cy="15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6563359" y="2312238"/>
            <a:ext cx="40641" cy="13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6604000" y="2312123"/>
            <a:ext cx="40640" cy="1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6644640" y="2312024"/>
            <a:ext cx="40640" cy="9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6685280" y="2311939"/>
            <a:ext cx="40640" cy="8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6725920" y="2311865"/>
            <a:ext cx="40639" cy="7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6766559" y="2311801"/>
            <a:ext cx="40641" cy="6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6807200" y="2311746"/>
            <a:ext cx="40640" cy="5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6847840" y="2311699"/>
            <a:ext cx="40640" cy="4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6888480" y="2311658"/>
            <a:ext cx="40640" cy="4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6929120" y="2311623"/>
            <a:ext cx="40639" cy="3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6969759" y="2311592"/>
            <a:ext cx="40641" cy="3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7010400" y="2311566"/>
            <a:ext cx="40640" cy="2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7051040" y="2311543"/>
            <a:ext cx="40640" cy="2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7091680" y="2311523"/>
            <a:ext cx="40640" cy="20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7132320" y="2311507"/>
            <a:ext cx="40639" cy="1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7172959" y="2311492"/>
            <a:ext cx="40641" cy="15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7213600" y="2311479"/>
            <a:ext cx="40640" cy="1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7254240" y="2311468"/>
            <a:ext cx="40640" cy="11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7294880" y="2311459"/>
            <a:ext cx="40640" cy="9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7335520" y="2311451"/>
            <a:ext cx="40639" cy="8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7376159" y="2311444"/>
            <a:ext cx="40641" cy="7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7416800" y="2311438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7457440" y="2311432"/>
            <a:ext cx="40640" cy="6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7498080" y="2311428"/>
            <a:ext cx="40640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7538720" y="2311424"/>
            <a:ext cx="40639" cy="4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7579359" y="2311421"/>
            <a:ext cx="40641" cy="3"/>
          </a:xfrm>
          <a:prstGeom prst="line">
            <a:avLst/>
          </a:prstGeom>
          <a:ln w="381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Oval 180"/>
          <p:cNvSpPr/>
          <p:nvPr/>
        </p:nvSpPr>
        <p:spPr>
          <a:xfrm>
            <a:off x="4318000" y="3625850"/>
            <a:ext cx="101600" cy="1016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4254500" y="3829050"/>
            <a:ext cx="635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7F86"/>
                </a:solidFill>
                <a:latin typeface="DejaVu Sans"/>
              </a:defRPr>
            </a:pPr>
            <a:r>
              <a:t>20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117600" y="5041898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1158240" y="5041898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1198880" y="5041898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1239520" y="5041897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1280160" y="5041897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1320800" y="5041897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1361440" y="5041896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1402080" y="5041896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1442720" y="5041895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1483360" y="5041895"/>
            <a:ext cx="40640" cy="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524000" y="5041894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564640" y="5041893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1605280" y="5041892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1645920" y="5041891"/>
            <a:ext cx="40640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686560" y="5041889"/>
            <a:ext cx="40640" cy="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727200" y="5041888"/>
            <a:ext cx="40639" cy="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767839" y="5041886"/>
            <a:ext cx="40641" cy="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808480" y="5041884"/>
            <a:ext cx="40640" cy="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1849120" y="5041881"/>
            <a:ext cx="40640" cy="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889760" y="5041878"/>
            <a:ext cx="40640" cy="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930400" y="5041875"/>
            <a:ext cx="40639" cy="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971039" y="5041871"/>
            <a:ext cx="40641" cy="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011680" y="5041867"/>
            <a:ext cx="40640" cy="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052320" y="5041861"/>
            <a:ext cx="40640" cy="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092960" y="5041855"/>
            <a:ext cx="40640" cy="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133600" y="5041848"/>
            <a:ext cx="40640" cy="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174240" y="5041840"/>
            <a:ext cx="40640" cy="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214880" y="5041831"/>
            <a:ext cx="40640" cy="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2255520" y="5041820"/>
            <a:ext cx="40640" cy="1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2296160" y="5041807"/>
            <a:ext cx="40640" cy="1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2336800" y="5041792"/>
            <a:ext cx="40640" cy="1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2377440" y="5041776"/>
            <a:ext cx="40640" cy="1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2418080" y="5041756"/>
            <a:ext cx="40640" cy="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2458720" y="5041733"/>
            <a:ext cx="40640" cy="2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2499360" y="5041707"/>
            <a:ext cx="40640" cy="2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2540000" y="5041676"/>
            <a:ext cx="40640" cy="3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2580640" y="5041641"/>
            <a:ext cx="40640" cy="3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2621280" y="5041600"/>
            <a:ext cx="40640" cy="4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2661920" y="5041553"/>
            <a:ext cx="40640" cy="4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2702560" y="5041498"/>
            <a:ext cx="40640" cy="5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2743200" y="5041434"/>
            <a:ext cx="40640" cy="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2783840" y="5041360"/>
            <a:ext cx="40640" cy="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2824480" y="5041275"/>
            <a:ext cx="40640" cy="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2865120" y="5041176"/>
            <a:ext cx="40640" cy="9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2905760" y="5041061"/>
            <a:ext cx="40640" cy="11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2946400" y="5040928"/>
            <a:ext cx="40640" cy="13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2987040" y="5040775"/>
            <a:ext cx="40640" cy="15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3027680" y="5040596"/>
            <a:ext cx="40640" cy="17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3068320" y="5040390"/>
            <a:ext cx="40640" cy="20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3108960" y="5040151"/>
            <a:ext cx="40640" cy="23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3149600" y="5039874"/>
            <a:ext cx="40640" cy="2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3190240" y="5039554"/>
            <a:ext cx="40640" cy="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3230880" y="5039183"/>
            <a:ext cx="40640" cy="37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3271520" y="5038753"/>
            <a:ext cx="40640" cy="43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3312160" y="5038255"/>
            <a:ext cx="40640" cy="4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3352800" y="5037678"/>
            <a:ext cx="40640" cy="5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3393440" y="5037011"/>
            <a:ext cx="40639" cy="66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3434079" y="5036238"/>
            <a:ext cx="40641" cy="7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3474720" y="5035343"/>
            <a:ext cx="40640" cy="89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3515360" y="5034307"/>
            <a:ext cx="40640" cy="10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3556000" y="5033109"/>
            <a:ext cx="40640" cy="11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3596640" y="5031721"/>
            <a:ext cx="40639" cy="138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3637279" y="5030116"/>
            <a:ext cx="40641" cy="160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3677920" y="5028258"/>
            <a:ext cx="40640" cy="185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3718560" y="5026109"/>
            <a:ext cx="40640" cy="214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3759200" y="5023625"/>
            <a:ext cx="40640" cy="248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799840" y="5020752"/>
            <a:ext cx="40639" cy="28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3840479" y="5017432"/>
            <a:ext cx="40641" cy="3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3881120" y="5013596"/>
            <a:ext cx="40640" cy="38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3921760" y="5009165"/>
            <a:ext cx="40640" cy="443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3962400" y="5004052"/>
            <a:ext cx="40640" cy="511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4003040" y="4998152"/>
            <a:ext cx="40639" cy="590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4043679" y="4991349"/>
            <a:ext cx="40641" cy="680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4084320" y="4983512"/>
            <a:ext cx="40640" cy="783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4124960" y="4974491"/>
            <a:ext cx="40640" cy="902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4165600" y="4964116"/>
            <a:ext cx="40640" cy="1037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4206240" y="4952198"/>
            <a:ext cx="40640" cy="119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4246880" y="4938526"/>
            <a:ext cx="40640" cy="1367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4287520" y="4922863"/>
            <a:ext cx="40640" cy="156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4328160" y="4904951"/>
            <a:ext cx="40640" cy="1791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4368800" y="4884506"/>
            <a:ext cx="40640" cy="2044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4409440" y="4861221"/>
            <a:ext cx="40640" cy="232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4450080" y="4834769"/>
            <a:ext cx="40640" cy="2645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4490720" y="4804804"/>
            <a:ext cx="40640" cy="2996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4531360" y="4770970"/>
            <a:ext cx="40640" cy="3383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4572000" y="4732906"/>
            <a:ext cx="40640" cy="380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4612640" y="4690258"/>
            <a:ext cx="40640" cy="4264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4653280" y="4642695"/>
            <a:ext cx="40640" cy="475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4693920" y="4589921"/>
            <a:ext cx="40640" cy="527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4734560" y="4531697"/>
            <a:ext cx="40640" cy="5822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4775200" y="4467862"/>
            <a:ext cx="40640" cy="6383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4815840" y="4398355"/>
            <a:ext cx="40640" cy="6950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4856480" y="4323237"/>
            <a:ext cx="40640" cy="751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4897120" y="4242708"/>
            <a:ext cx="40640" cy="805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4937760" y="4157125"/>
            <a:ext cx="40640" cy="8558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4978400" y="4067002"/>
            <a:ext cx="40640" cy="9012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5019040" y="3973016"/>
            <a:ext cx="40640" cy="9398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5059680" y="3875987"/>
            <a:ext cx="40640" cy="970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5100320" y="3776855"/>
            <a:ext cx="40640" cy="9913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5140960" y="3676650"/>
            <a:ext cx="40640" cy="10020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5181600" y="3576444"/>
            <a:ext cx="40640" cy="10020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5222240" y="3477312"/>
            <a:ext cx="40640" cy="9913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5262880" y="3380283"/>
            <a:ext cx="40640" cy="970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5303520" y="3286297"/>
            <a:ext cx="40640" cy="9398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5344160" y="3196174"/>
            <a:ext cx="40640" cy="9012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5384800" y="3110591"/>
            <a:ext cx="40640" cy="8558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5425440" y="3030062"/>
            <a:ext cx="40640" cy="8052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5466080" y="2954944"/>
            <a:ext cx="40640" cy="751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5506720" y="2885437"/>
            <a:ext cx="40640" cy="6950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5547360" y="2821602"/>
            <a:ext cx="40640" cy="6383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5588000" y="2763378"/>
            <a:ext cx="40640" cy="5822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5628640" y="2710604"/>
            <a:ext cx="40640" cy="527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5669280" y="2663041"/>
            <a:ext cx="40640" cy="475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5709920" y="2620393"/>
            <a:ext cx="40640" cy="4264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5750560" y="2582329"/>
            <a:ext cx="40640" cy="380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5791200" y="2548495"/>
            <a:ext cx="40640" cy="3383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5831840" y="2518530"/>
            <a:ext cx="40640" cy="2996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5872480" y="2492078"/>
            <a:ext cx="40640" cy="2645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5913120" y="2468793"/>
            <a:ext cx="40640" cy="232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5953760" y="2448348"/>
            <a:ext cx="40640" cy="2044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5994400" y="2430436"/>
            <a:ext cx="40640" cy="1791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6035040" y="2414773"/>
            <a:ext cx="40640" cy="1566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6075680" y="2401101"/>
            <a:ext cx="40640" cy="13672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6116320" y="2389183"/>
            <a:ext cx="40640" cy="1191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6156960" y="2378808"/>
            <a:ext cx="40640" cy="1037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6197600" y="2369787"/>
            <a:ext cx="40640" cy="902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6238240" y="2361950"/>
            <a:ext cx="40640" cy="783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6278880" y="2355147"/>
            <a:ext cx="40640" cy="680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6319520" y="2349247"/>
            <a:ext cx="40640" cy="590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6360160" y="2344134"/>
            <a:ext cx="40640" cy="511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6400800" y="2339703"/>
            <a:ext cx="40640" cy="443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6441440" y="2335867"/>
            <a:ext cx="40640" cy="38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6482080" y="2332547"/>
            <a:ext cx="40640" cy="3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6522720" y="2329674"/>
            <a:ext cx="40639" cy="28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6563359" y="2327190"/>
            <a:ext cx="40641" cy="248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6604000" y="2325041"/>
            <a:ext cx="40640" cy="214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6644640" y="2323183"/>
            <a:ext cx="40640" cy="185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6685280" y="2321578"/>
            <a:ext cx="40640" cy="160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6725920" y="2320190"/>
            <a:ext cx="40639" cy="138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6766559" y="2318992"/>
            <a:ext cx="40641" cy="11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6807200" y="2317956"/>
            <a:ext cx="40640" cy="103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6847840" y="2317061"/>
            <a:ext cx="40640" cy="89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6888480" y="2316288"/>
            <a:ext cx="40640" cy="77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6929120" y="2315621"/>
            <a:ext cx="40639" cy="66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6969759" y="2315044"/>
            <a:ext cx="40641" cy="5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7010400" y="2314546"/>
            <a:ext cx="40640" cy="498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7051040" y="2314116"/>
            <a:ext cx="40640" cy="43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7091680" y="2313745"/>
            <a:ext cx="40640" cy="371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7132320" y="2313425"/>
            <a:ext cx="40639" cy="320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7172959" y="2313148"/>
            <a:ext cx="40641" cy="277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7213600" y="2312909"/>
            <a:ext cx="40640" cy="23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7254240" y="2312703"/>
            <a:ext cx="40640" cy="206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7294880" y="2312524"/>
            <a:ext cx="40640" cy="17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7335520" y="2312371"/>
            <a:ext cx="40639" cy="15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7376159" y="2312238"/>
            <a:ext cx="40641" cy="133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7416800" y="2312123"/>
            <a:ext cx="40640" cy="11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7457440" y="2312024"/>
            <a:ext cx="40640" cy="99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7498080" y="2311939"/>
            <a:ext cx="40640" cy="85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7538720" y="2311865"/>
            <a:ext cx="40639" cy="7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7579359" y="2311801"/>
            <a:ext cx="40641" cy="64"/>
          </a:xfrm>
          <a:prstGeom prst="line">
            <a:avLst/>
          </a:prstGeom>
          <a:ln w="381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Oval 342"/>
          <p:cNvSpPr/>
          <p:nvPr/>
        </p:nvSpPr>
        <p:spPr>
          <a:xfrm>
            <a:off x="5130800" y="3625850"/>
            <a:ext cx="101600" cy="1016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5067300" y="3829050"/>
            <a:ext cx="635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4276C8"/>
                </a:solidFill>
                <a:latin typeface="DejaVu Sans"/>
              </a:defRPr>
            </a:pPr>
            <a:r>
              <a:t>25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111760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15824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1988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2395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28016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132080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136144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4020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4427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48336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52400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56464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16052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6459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68656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727200" y="5041899"/>
            <a:ext cx="40639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767839" y="5041899"/>
            <a:ext cx="40641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80848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849120" y="5041899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V="1">
            <a:off x="1889760" y="5041898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930400" y="5041898"/>
            <a:ext cx="40639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971039" y="5041898"/>
            <a:ext cx="40641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011680" y="5041898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2052320" y="5041897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092960" y="5041897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133600" y="5041897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2174240" y="5041896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214880" y="5041896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2255520" y="5041895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296160" y="5041895"/>
            <a:ext cx="40640" cy="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2336800" y="5041894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377440" y="5041893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2418080" y="5041892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2458720" y="5041891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2499360" y="5041889"/>
            <a:ext cx="40640" cy="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540000" y="5041888"/>
            <a:ext cx="40640" cy="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580640" y="5041886"/>
            <a:ext cx="40640" cy="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621280" y="5041884"/>
            <a:ext cx="40640" cy="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661920" y="5041881"/>
            <a:ext cx="40640" cy="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702560" y="5041878"/>
            <a:ext cx="40640" cy="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743200" y="5041875"/>
            <a:ext cx="40640" cy="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783840" y="5041871"/>
            <a:ext cx="40640" cy="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824480" y="5041867"/>
            <a:ext cx="40640" cy="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865120" y="5041861"/>
            <a:ext cx="40640" cy="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905760" y="5041855"/>
            <a:ext cx="40640" cy="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946400" y="5041848"/>
            <a:ext cx="40640" cy="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2987040" y="5041840"/>
            <a:ext cx="40640" cy="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3027680" y="5041831"/>
            <a:ext cx="40640" cy="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3068320" y="5041820"/>
            <a:ext cx="40640" cy="1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V="1">
            <a:off x="3108960" y="5041807"/>
            <a:ext cx="40640" cy="1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3149600" y="5041792"/>
            <a:ext cx="40640" cy="1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3190240" y="5041776"/>
            <a:ext cx="40640" cy="1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V="1">
            <a:off x="3230880" y="5041756"/>
            <a:ext cx="40640" cy="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3271520" y="5041733"/>
            <a:ext cx="40640" cy="2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3312160" y="5041707"/>
            <a:ext cx="40640" cy="2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3352800" y="5041676"/>
            <a:ext cx="40640" cy="3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3393440" y="5041641"/>
            <a:ext cx="40639" cy="3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3434079" y="5041600"/>
            <a:ext cx="40641" cy="4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3474720" y="5041553"/>
            <a:ext cx="40640" cy="4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3515360" y="5041498"/>
            <a:ext cx="40640" cy="5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3556000" y="5041434"/>
            <a:ext cx="40640" cy="6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3596640" y="5041360"/>
            <a:ext cx="40639" cy="7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3637279" y="5041275"/>
            <a:ext cx="40641" cy="8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3677920" y="5041176"/>
            <a:ext cx="40640" cy="9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3718560" y="5041061"/>
            <a:ext cx="40640" cy="11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3759200" y="5040928"/>
            <a:ext cx="40640" cy="13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3799840" y="5040775"/>
            <a:ext cx="40639" cy="15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3840479" y="5040596"/>
            <a:ext cx="40641" cy="17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3881120" y="5040390"/>
            <a:ext cx="40640" cy="20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3921760" y="5040151"/>
            <a:ext cx="40640" cy="23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3962400" y="5039874"/>
            <a:ext cx="40640" cy="27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4003040" y="5039554"/>
            <a:ext cx="40639" cy="3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4043679" y="5039183"/>
            <a:ext cx="40641" cy="37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4084320" y="5038753"/>
            <a:ext cx="40640" cy="43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4124960" y="5038255"/>
            <a:ext cx="40640" cy="49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4165600" y="5037678"/>
            <a:ext cx="40640" cy="57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4206240" y="5037011"/>
            <a:ext cx="40640" cy="66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4246880" y="5036238"/>
            <a:ext cx="40640" cy="77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4287520" y="5035343"/>
            <a:ext cx="40640" cy="89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4328160" y="5034307"/>
            <a:ext cx="40640" cy="103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4368800" y="5033109"/>
            <a:ext cx="40640" cy="119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4409440" y="5031721"/>
            <a:ext cx="40640" cy="138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4450080" y="5030116"/>
            <a:ext cx="40640" cy="160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V="1">
            <a:off x="4490720" y="5028258"/>
            <a:ext cx="40640" cy="185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4531360" y="5026109"/>
            <a:ext cx="40640" cy="214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4572000" y="5023625"/>
            <a:ext cx="40640" cy="248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4612640" y="5020752"/>
            <a:ext cx="40640" cy="287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4653280" y="5017432"/>
            <a:ext cx="40640" cy="33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4693920" y="5013596"/>
            <a:ext cx="40640" cy="383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V="1">
            <a:off x="4734560" y="5009165"/>
            <a:ext cx="40640" cy="443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V="1">
            <a:off x="4775200" y="5004052"/>
            <a:ext cx="40640" cy="511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V="1">
            <a:off x="4815840" y="4998152"/>
            <a:ext cx="40640" cy="590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V="1">
            <a:off x="4856480" y="4991349"/>
            <a:ext cx="40640" cy="680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 flipV="1">
            <a:off x="4897120" y="4983512"/>
            <a:ext cx="40640" cy="783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 flipV="1">
            <a:off x="4937760" y="4974491"/>
            <a:ext cx="40640" cy="902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V="1">
            <a:off x="4978400" y="4964116"/>
            <a:ext cx="40640" cy="1037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V="1">
            <a:off x="5019040" y="4952198"/>
            <a:ext cx="40640" cy="119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 flipV="1">
            <a:off x="5059680" y="4938526"/>
            <a:ext cx="40640" cy="1367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V="1">
            <a:off x="5100320" y="4922863"/>
            <a:ext cx="40640" cy="156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5140960" y="4904951"/>
            <a:ext cx="40640" cy="1791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V="1">
            <a:off x="5181600" y="4884506"/>
            <a:ext cx="40640" cy="2044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5222240" y="4861221"/>
            <a:ext cx="40640" cy="2328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5262880" y="4834769"/>
            <a:ext cx="40640" cy="2645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 flipV="1">
            <a:off x="5303520" y="4804804"/>
            <a:ext cx="40640" cy="2996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 flipV="1">
            <a:off x="5344160" y="4770970"/>
            <a:ext cx="40640" cy="3383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V="1">
            <a:off x="5384800" y="4732906"/>
            <a:ext cx="40640" cy="3806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5425440" y="4690258"/>
            <a:ext cx="40640" cy="4264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 flipV="1">
            <a:off x="5466080" y="4642695"/>
            <a:ext cx="40640" cy="475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V="1">
            <a:off x="5506720" y="4589921"/>
            <a:ext cx="40640" cy="5277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 flipV="1">
            <a:off x="5547360" y="4531697"/>
            <a:ext cx="40640" cy="5822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5588000" y="4467862"/>
            <a:ext cx="40640" cy="6383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 flipV="1">
            <a:off x="5628640" y="4398355"/>
            <a:ext cx="40640" cy="6950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5669280" y="4323237"/>
            <a:ext cx="40640" cy="751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 flipV="1">
            <a:off x="5709920" y="4242708"/>
            <a:ext cx="40640" cy="805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 flipV="1">
            <a:off x="5750560" y="4157125"/>
            <a:ext cx="40640" cy="8558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V="1">
            <a:off x="5791200" y="4067002"/>
            <a:ext cx="40640" cy="9012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V="1">
            <a:off x="5831840" y="3973016"/>
            <a:ext cx="40640" cy="9398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V="1">
            <a:off x="5872480" y="3875987"/>
            <a:ext cx="40640" cy="970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 flipV="1">
            <a:off x="5913120" y="3776855"/>
            <a:ext cx="40640" cy="9913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 flipV="1">
            <a:off x="5953760" y="3676650"/>
            <a:ext cx="40640" cy="10020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 flipV="1">
            <a:off x="5994400" y="3576444"/>
            <a:ext cx="40640" cy="10020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V="1">
            <a:off x="6035040" y="3477312"/>
            <a:ext cx="40640" cy="9913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6075680" y="3380283"/>
            <a:ext cx="40640" cy="970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 flipV="1">
            <a:off x="6116320" y="3286297"/>
            <a:ext cx="40640" cy="9398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 flipV="1">
            <a:off x="6156960" y="3196174"/>
            <a:ext cx="40640" cy="9012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 flipV="1">
            <a:off x="6197600" y="3110591"/>
            <a:ext cx="40640" cy="8558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V="1">
            <a:off x="6238240" y="3030062"/>
            <a:ext cx="40640" cy="8052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V="1">
            <a:off x="6278880" y="2954944"/>
            <a:ext cx="40640" cy="751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 flipV="1">
            <a:off x="6319520" y="2885437"/>
            <a:ext cx="40640" cy="6950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 flipV="1">
            <a:off x="6360160" y="2821602"/>
            <a:ext cx="40640" cy="6383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 flipV="1">
            <a:off x="6400800" y="2763378"/>
            <a:ext cx="40640" cy="5822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V="1">
            <a:off x="6441440" y="2710604"/>
            <a:ext cx="40640" cy="5277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6482080" y="2663041"/>
            <a:ext cx="40640" cy="475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 flipV="1">
            <a:off x="6522720" y="2620393"/>
            <a:ext cx="40639" cy="4264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 flipV="1">
            <a:off x="6563359" y="2582329"/>
            <a:ext cx="40641" cy="3806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 flipV="1">
            <a:off x="6604000" y="2548495"/>
            <a:ext cx="40640" cy="3383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 flipV="1">
            <a:off x="6644640" y="2518530"/>
            <a:ext cx="40640" cy="2996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6685280" y="2492078"/>
            <a:ext cx="40640" cy="2645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 flipV="1">
            <a:off x="6725920" y="2468793"/>
            <a:ext cx="40639" cy="2328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 flipV="1">
            <a:off x="6766559" y="2448348"/>
            <a:ext cx="40641" cy="2044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 flipV="1">
            <a:off x="6807200" y="2430436"/>
            <a:ext cx="40640" cy="1791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6847840" y="2414773"/>
            <a:ext cx="40640" cy="1566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V="1">
            <a:off x="6888480" y="2401101"/>
            <a:ext cx="40640" cy="13672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 flipV="1">
            <a:off x="6929120" y="2389183"/>
            <a:ext cx="40639" cy="1191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 flipV="1">
            <a:off x="6969759" y="2378808"/>
            <a:ext cx="40641" cy="1037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 flipV="1">
            <a:off x="7010400" y="2369787"/>
            <a:ext cx="40640" cy="902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7051040" y="2361950"/>
            <a:ext cx="40640" cy="7837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7091680" y="2355147"/>
            <a:ext cx="40640" cy="680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 flipV="1">
            <a:off x="7132320" y="2349247"/>
            <a:ext cx="40639" cy="590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 flipV="1">
            <a:off x="7172959" y="2344134"/>
            <a:ext cx="40641" cy="511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V="1">
            <a:off x="7213600" y="2339703"/>
            <a:ext cx="40640" cy="4431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V="1">
            <a:off x="7254240" y="2335867"/>
            <a:ext cx="40640" cy="3836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7294880" y="2332547"/>
            <a:ext cx="40640" cy="3320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V="1">
            <a:off x="7335520" y="2329674"/>
            <a:ext cx="40639" cy="2873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 flipV="1">
            <a:off x="7376159" y="2327190"/>
            <a:ext cx="40641" cy="2484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 flipV="1">
            <a:off x="7416800" y="2325041"/>
            <a:ext cx="40640" cy="2149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V="1">
            <a:off x="7457440" y="2323183"/>
            <a:ext cx="40640" cy="185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V="1">
            <a:off x="7498080" y="2321578"/>
            <a:ext cx="40640" cy="1605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 flipV="1">
            <a:off x="7538720" y="2320190"/>
            <a:ext cx="40639" cy="138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 flipV="1">
            <a:off x="7579359" y="2318992"/>
            <a:ext cx="40641" cy="1198"/>
          </a:xfrm>
          <a:prstGeom prst="line">
            <a:avLst/>
          </a:prstGeom>
          <a:ln w="381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5" name="Oval 504"/>
          <p:cNvSpPr/>
          <p:nvPr/>
        </p:nvSpPr>
        <p:spPr>
          <a:xfrm>
            <a:off x="5943600" y="3625850"/>
            <a:ext cx="101600" cy="1016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5880100" y="3829050"/>
            <a:ext cx="635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8061AC"/>
                </a:solidFill>
                <a:latin typeface="DejaVu Sans"/>
              </a:defRPr>
            </a:pPr>
            <a:r>
              <a:t>30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2946400" y="5588000"/>
            <a:ext cx="3048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Número de ciclos</a:t>
            </a:r>
          </a:p>
        </p:txBody>
      </p:sp>
      <p:sp>
        <p:nvSpPr>
          <p:cNvPr id="508" name="TextBox 507"/>
          <p:cNvSpPr txBox="1"/>
          <p:nvPr/>
        </p:nvSpPr>
        <p:spPr>
          <a:xfrm>
            <a:off x="800100" y="1816100"/>
            <a:ext cx="3746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83443"/>
                </a:solidFill>
                <a:latin typeface="DejaVu Sans"/>
              </a:defRPr>
            </a:pPr>
            <a:r>
              <a:t>Fluorescencia relativa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8394700" y="2070100"/>
            <a:ext cx="406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ounded Rectangle 509"/>
          <p:cNvSpPr/>
          <p:nvPr/>
        </p:nvSpPr>
        <p:spPr>
          <a:xfrm>
            <a:off x="8458200" y="2235200"/>
            <a:ext cx="279400" cy="3429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8496300" y="2406650"/>
            <a:ext cx="203200" cy="17145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2" name="Connector 511"/>
          <p:cNvCxnSpPr/>
          <p:nvPr/>
        </p:nvCxnSpPr>
        <p:spPr>
          <a:xfrm>
            <a:off x="8470900" y="25781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 flipV="1">
            <a:off x="8597900" y="25781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TextBox 513"/>
          <p:cNvSpPr txBox="1"/>
          <p:nvPr/>
        </p:nvSpPr>
        <p:spPr>
          <a:xfrm>
            <a:off x="9029700" y="2222500"/>
            <a:ext cx="2413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Más molde</a:t>
            </a:r>
          </a:p>
        </p:txBody>
      </p:sp>
      <p:sp>
        <p:nvSpPr>
          <p:cNvPr id="515" name="Rounded Rectangle 514"/>
          <p:cNvSpPr/>
          <p:nvPr/>
        </p:nvSpPr>
        <p:spPr>
          <a:xfrm>
            <a:off x="8394700" y="3175000"/>
            <a:ext cx="406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8458200" y="3340100"/>
            <a:ext cx="279400" cy="3429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8496300" y="3511550"/>
            <a:ext cx="203200" cy="171450"/>
          </a:xfrm>
          <a:prstGeom prst="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>
            <a:off x="8470900" y="36830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 flipV="1">
            <a:off x="8597900" y="36830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TextBox 519"/>
          <p:cNvSpPr txBox="1"/>
          <p:nvPr/>
        </p:nvSpPr>
        <p:spPr>
          <a:xfrm>
            <a:off x="9029700" y="3327400"/>
            <a:ext cx="2413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4276C8"/>
                </a:solidFill>
                <a:latin typeface="DejaVu Sans"/>
              </a:defRPr>
            </a:pPr>
            <a:r>
              <a:t>Intermedio</a:t>
            </a:r>
          </a:p>
        </p:txBody>
      </p:sp>
      <p:sp>
        <p:nvSpPr>
          <p:cNvPr id="521" name="Rounded Rectangle 520"/>
          <p:cNvSpPr/>
          <p:nvPr/>
        </p:nvSpPr>
        <p:spPr>
          <a:xfrm>
            <a:off x="8394700" y="4279900"/>
            <a:ext cx="406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ounded Rectangle 521"/>
          <p:cNvSpPr/>
          <p:nvPr/>
        </p:nvSpPr>
        <p:spPr>
          <a:xfrm>
            <a:off x="8458200" y="4445000"/>
            <a:ext cx="279400" cy="3429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8496300" y="4616450"/>
            <a:ext cx="203200" cy="171450"/>
          </a:xfrm>
          <a:prstGeom prst="rect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4" name="Connector 523"/>
          <p:cNvCxnSpPr/>
          <p:nvPr/>
        </p:nvCxnSpPr>
        <p:spPr>
          <a:xfrm>
            <a:off x="8470900" y="47879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 flipV="1">
            <a:off x="8597900" y="4787900"/>
            <a:ext cx="1270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6" name="TextBox 525"/>
          <p:cNvSpPr txBox="1"/>
          <p:nvPr/>
        </p:nvSpPr>
        <p:spPr>
          <a:xfrm>
            <a:off x="9029700" y="4432300"/>
            <a:ext cx="2413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Menos molde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QPCR CON ESTÁNDARES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Ejemplo: ¿cuántas copias tiene mi muestra?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[1,2,6]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90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5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06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965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55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001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225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241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298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489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336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60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195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632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822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671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89500" y="1955800"/>
            <a:ext cx="5334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53000" y="2120900"/>
            <a:ext cx="406400" cy="6604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1100" y="2451100"/>
            <a:ext cx="330200" cy="3302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49657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56200" y="2781300"/>
            <a:ext cx="1905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00600" y="3200400"/>
            <a:ext cx="1270000" cy="388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F86"/>
                </a:solidFill>
                <a:latin typeface="DejaVu Sans"/>
              </a:defRPr>
            </a:pPr>
            <a:r>
              <a:t>10⁵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12000" y="3987800"/>
            <a:ext cx="4038600" cy="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7112000" y="1841500"/>
            <a:ext cx="0" cy="214630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7277100" y="20066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98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35" name="Oval 34"/>
          <p:cNvSpPr/>
          <p:nvPr/>
        </p:nvSpPr>
        <p:spPr>
          <a:xfrm>
            <a:off x="8432800" y="25654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455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37" name="Oval 36"/>
          <p:cNvSpPr/>
          <p:nvPr/>
        </p:nvSpPr>
        <p:spPr>
          <a:xfrm>
            <a:off x="9588500" y="31242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39" name="Oval 38"/>
          <p:cNvSpPr/>
          <p:nvPr/>
        </p:nvSpPr>
        <p:spPr>
          <a:xfrm>
            <a:off x="10744200" y="36830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56900" y="4089400"/>
            <a:ext cx="5588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83443"/>
                </a:solidFill>
                <a:latin typeface="DejaVu Sans"/>
              </a:defRPr>
            </a:pPr>
            <a:r>
              <a:t>5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40600" y="2070100"/>
            <a:ext cx="3467100" cy="16764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37500" y="4432300"/>
            <a:ext cx="3175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log₁₀(copias)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6700" y="1524000"/>
            <a:ext cx="13970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83443"/>
                </a:solidFill>
                <a:latin typeface="DejaVu Sans"/>
              </a:defRPr>
            </a:pPr>
            <a:r>
              <a:t>Cq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" y="3898900"/>
            <a:ext cx="55880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Cq = −3,32 log₁₀(N) + 40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0100" y="4775200"/>
            <a:ext cx="10490200" cy="78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0600" y="4902200"/>
            <a:ext cx="101346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Cq = 26,72 → log₁₀(N) = 4 → 10 000 copias/reacción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Usamos muestras conocidas para convertir un Cq en cantidad. Fórmula y eficiencia: notas.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RT-QPCR · COMPARAR DOS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Ejemplo: ¿el calor cambia la expresión de un gen?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[2,6,7]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22400" y="34798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1816100" y="22352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270000" y="26162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54200" y="2349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2700" y="2984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66900" y="2908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2500" y="34798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6426200" y="22352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880100" y="26162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64300" y="2349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92800" y="29845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908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88200" y="1955800"/>
            <a:ext cx="431800" cy="431800"/>
          </a:xfrm>
          <a:prstGeom prst="ellipse">
            <a:avLst/>
          </a:prstGeom>
          <a:solidFill>
            <a:srgbClr val="D1A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683500" y="2171700"/>
            <a:ext cx="88900" cy="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01665" y="2369265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04100" y="2451100"/>
            <a:ext cx="0" cy="8890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43672" y="2369265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7035800" y="2171700"/>
            <a:ext cx="88900" cy="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7143672" y="1911272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404100" y="1803400"/>
            <a:ext cx="0" cy="88900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601665" y="1911272"/>
            <a:ext cx="62862" cy="62862"/>
          </a:xfrm>
          <a:prstGeom prst="line">
            <a:avLst/>
          </a:prstGeom>
          <a:ln w="25400">
            <a:solidFill>
              <a:srgbClr val="D1A1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4700" y="4254500"/>
            <a:ext cx="44450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7900" y="4381500"/>
            <a:ext cx="40640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Control: 25 − 20 =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900" y="4838700"/>
            <a:ext cx="40640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Cq diana − Cq referencia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16600" y="4254500"/>
            <a:ext cx="52705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2500" y="4381500"/>
            <a:ext cx="48514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DA765B"/>
                </a:solidFill>
                <a:latin typeface="DejaVu Sans"/>
              </a:defRPr>
            </a:pPr>
            <a:r>
              <a:t>Con calor: 22 − 20 =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2500" y="4838700"/>
            <a:ext cx="48514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Cq diana − Cq referencia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6600" y="2146300"/>
            <a:ext cx="2705100" cy="7947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ΔΔCq = 2 − 5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= −3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6600" y="3302000"/>
            <a:ext cx="29210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F86"/>
                </a:solidFill>
                <a:latin typeface="DejaVu Sans"/>
              </a:defRPr>
            </a:pPr>
            <a:r>
              <a:t>2³ = 8 veces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Resultado del ejemplo: expresión relativa 8 veces mayor; referencias y eficiencias validadas.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PCR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dPCR: repartir el ADN y contar señales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[3,4,8]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5700" y="2413000"/>
            <a:ext cx="8890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19200" y="2578100"/>
            <a:ext cx="762000" cy="13843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7300" y="3131820"/>
            <a:ext cx="685800" cy="830579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231900" y="3962400"/>
            <a:ext cx="368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600200" y="3962400"/>
            <a:ext cx="36830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387600" y="3263900"/>
            <a:ext cx="698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97200" y="32004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997200" y="32639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441700" y="21717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973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529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085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641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197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753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30900" y="2171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417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7300" y="25273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1529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085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641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197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753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30900" y="25273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1700" y="28829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97300" y="28829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152900" y="28829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08500" y="28829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64100" y="28829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219700" y="28829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575300" y="28829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30900" y="28829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41700" y="32385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7973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1529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5085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8641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2197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575300" y="32385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930900" y="32385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417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97300" y="35941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1529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085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641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2197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5753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930900" y="35941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41700" y="3949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797300" y="3949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152900" y="39497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508500" y="3949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864100" y="3949700"/>
            <a:ext cx="254000" cy="2540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219700" y="39497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575300" y="39497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930900" y="3949700"/>
            <a:ext cx="254000" cy="254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553200" y="3263900"/>
            <a:ext cx="6350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099300" y="32004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099300" y="32639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543800" y="1917700"/>
            <a:ext cx="3810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1. Separar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43800" y="2501900"/>
            <a:ext cx="3810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2. Amplificar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43800" y="3086100"/>
            <a:ext cx="3810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3. Leer + / −</a:t>
            </a:r>
          </a:p>
        </p:txBody>
      </p:sp>
      <p:sp>
        <p:nvSpPr>
          <p:cNvPr id="69" name="Oval 68"/>
          <p:cNvSpPr/>
          <p:nvPr/>
        </p:nvSpPr>
        <p:spPr>
          <a:xfrm>
            <a:off x="7531100" y="3937000"/>
            <a:ext cx="990600" cy="990600"/>
          </a:xfrm>
          <a:prstGeom prst="ellipse">
            <a:avLst/>
          </a:prstGeom>
          <a:solidFill>
            <a:srgbClr val="CBE9E7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696200" y="42037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026400" y="44196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772400" y="4622800"/>
            <a:ext cx="127000" cy="1270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813800" y="4013200"/>
            <a:ext cx="2603500" cy="6385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Una positiva puede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tener varias copias.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Por eso corregimos el porcentaje de positivas con Poisson: λ = −ln(1 − p).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DPCR · SEGUIR LAS UNIDADES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Ejemplo: del conteo a la concentración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[4,8] · Valores simulados.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4700" y="1803400"/>
            <a:ext cx="106426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5 000 positivas / 20 000 válidas → p = 0,25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4700" y="2603500"/>
            <a:ext cx="3175000" cy="2336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600" y="2832100"/>
            <a:ext cx="27559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Partición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441700"/>
            <a:ext cx="27559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F86"/>
                </a:solidFill>
                <a:latin typeface="DejaVu Sans"/>
              </a:defRPr>
            </a:pPr>
            <a:r>
              <a:t>λ = 0,288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600" y="4089400"/>
            <a:ext cx="27559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copias/partición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7700" y="2603500"/>
            <a:ext cx="3175000" cy="2336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3600" y="2832100"/>
            <a:ext cx="27559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Reacción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600" y="3441700"/>
            <a:ext cx="27559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4276C8"/>
                </a:solidFill>
                <a:latin typeface="DejaVu Sans"/>
              </a:defRPr>
            </a:pPr>
            <a:r>
              <a:t>338,45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600" y="4089400"/>
            <a:ext cx="27559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copias/µL de mezcla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0700" y="2603500"/>
            <a:ext cx="3175000" cy="2336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600" y="2832100"/>
            <a:ext cx="27559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8061AC"/>
                </a:solidFill>
                <a:latin typeface="DejaVu Sans"/>
              </a:defRPr>
            </a:pPr>
            <a:r>
              <a:t>Extracto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6600" y="3441700"/>
            <a:ext cx="2755900" cy="4823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8061AC"/>
                </a:solidFill>
                <a:latin typeface="DejaVu Sans"/>
              </a:defRPr>
            </a:pPr>
            <a:r>
              <a:t>1 692,25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6600" y="4089400"/>
            <a:ext cx="27559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copias/µL, diluido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25900" y="3683000"/>
            <a:ext cx="355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92600" y="3619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292600" y="3683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708900" y="3683000"/>
            <a:ext cx="355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975600" y="3619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975600" y="3683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2500" y="5105400"/>
            <a:ext cx="104521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0,85 nL por partición · 4 µL de extracto en 20 µL de reacción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Si el extracto se había diluido 1:10: 1 692,25 × 10 = 16 922,5 copias/µL original.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COMPARACIÓN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¿Qué información entrega cada lectura?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[1–4,6,8]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16100"/>
            <a:ext cx="33655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6900" y="1816100"/>
            <a:ext cx="33655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04200" y="1816100"/>
            <a:ext cx="3365500" cy="35687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2501900"/>
            <a:ext cx="2717800" cy="1524000"/>
          </a:xfrm>
          <a:prstGeom prst="roundRect">
            <a:avLst/>
          </a:prstGeom>
          <a:solidFill>
            <a:srgbClr val="203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65250" y="26543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54150" y="29845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66850" y="33274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66850" y="36322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66850" y="39370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66850" y="42418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66850" y="45466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44700" y="26543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33600" y="29845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133600" y="33909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24150" y="26543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3050" y="29845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813050" y="33909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5500" y="1993900"/>
            <a:ext cx="2984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F86"/>
                </a:solidFill>
                <a:latin typeface="DejaVu Sans"/>
              </a:defRPr>
            </a:pPr>
            <a:r>
              <a:t>Convencional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" y="4356100"/>
            <a:ext cx="2984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Presencia y tamaño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500" y="4965700"/>
            <a:ext cx="298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Preparar un amplicón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24400" y="3962400"/>
            <a:ext cx="2717800" cy="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724400" y="2641600"/>
            <a:ext cx="0" cy="1320800"/>
          </a:xfrm>
          <a:prstGeom prst="line">
            <a:avLst/>
          </a:prstGeom>
          <a:ln w="25400">
            <a:solidFill>
              <a:srgbClr val="5771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24400" y="3957489"/>
            <a:ext cx="63500" cy="19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787900" y="3954325"/>
            <a:ext cx="63500" cy="316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851400" y="3949144"/>
            <a:ext cx="63500" cy="51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914900" y="3940699"/>
            <a:ext cx="63500" cy="84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978400" y="3927034"/>
            <a:ext cx="63500" cy="1366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041900" y="3905180"/>
            <a:ext cx="63500" cy="218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105400" y="3870877"/>
            <a:ext cx="63500" cy="3430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168900" y="3818581"/>
            <a:ext cx="63500" cy="5229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232400" y="3742303"/>
            <a:ext cx="63500" cy="762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95900" y="3637922"/>
            <a:ext cx="63500" cy="1043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359400" y="3506897"/>
            <a:ext cx="63500" cy="1310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422900" y="3359150"/>
            <a:ext cx="63500" cy="1477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486400" y="3211402"/>
            <a:ext cx="63500" cy="14774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549900" y="3080377"/>
            <a:ext cx="63500" cy="1310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613400" y="2975996"/>
            <a:ext cx="63500" cy="1043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676900" y="2899718"/>
            <a:ext cx="63500" cy="762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740400" y="2847422"/>
            <a:ext cx="63500" cy="5229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803900" y="2813119"/>
            <a:ext cx="63500" cy="3430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867400" y="2791265"/>
            <a:ext cx="63500" cy="218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930900" y="2777600"/>
            <a:ext cx="63500" cy="1366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994400" y="2769155"/>
            <a:ext cx="63500" cy="84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057900" y="2763974"/>
            <a:ext cx="63500" cy="51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121400" y="2760810"/>
            <a:ext cx="63500" cy="316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184900" y="2758883"/>
            <a:ext cx="63500" cy="19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248400" y="2757711"/>
            <a:ext cx="63500" cy="117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6311900" y="2756999"/>
            <a:ext cx="63500" cy="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6375400" y="2756566"/>
            <a:ext cx="63500" cy="4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438900" y="2756304"/>
            <a:ext cx="63500" cy="26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502400" y="2756145"/>
            <a:ext cx="63500" cy="159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565900" y="2756048"/>
            <a:ext cx="63500" cy="9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629400" y="2755990"/>
            <a:ext cx="63500" cy="5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692900" y="2755954"/>
            <a:ext cx="63500" cy="3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756400" y="2755933"/>
            <a:ext cx="63500" cy="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6819900" y="2755920"/>
            <a:ext cx="63500" cy="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883400" y="2755912"/>
            <a:ext cx="635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946900" y="2755907"/>
            <a:ext cx="63500" cy="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010400" y="2755904"/>
            <a:ext cx="63500" cy="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073900" y="2755902"/>
            <a:ext cx="635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137400" y="2755901"/>
            <a:ext cx="635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7200900" y="2755901"/>
            <a:ext cx="635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724400" y="3962309"/>
            <a:ext cx="63500" cy="3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787900" y="3962251"/>
            <a:ext cx="63500" cy="5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851400" y="3962154"/>
            <a:ext cx="63500" cy="9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914900" y="3961995"/>
            <a:ext cx="63500" cy="159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78400" y="3961733"/>
            <a:ext cx="63500" cy="26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041900" y="3961300"/>
            <a:ext cx="63500" cy="4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105400" y="3960588"/>
            <a:ext cx="63500" cy="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168900" y="3959416"/>
            <a:ext cx="63500" cy="117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232400" y="3957489"/>
            <a:ext cx="63500" cy="19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5295900" y="3954325"/>
            <a:ext cx="63500" cy="316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359400" y="3949144"/>
            <a:ext cx="63500" cy="51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422900" y="3940699"/>
            <a:ext cx="63500" cy="84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486400" y="3927034"/>
            <a:ext cx="63500" cy="1366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5549900" y="3905180"/>
            <a:ext cx="63500" cy="218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613400" y="3870877"/>
            <a:ext cx="63500" cy="3430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676900" y="3818581"/>
            <a:ext cx="63500" cy="5229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5740400" y="3742303"/>
            <a:ext cx="63500" cy="762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5803900" y="3637922"/>
            <a:ext cx="63500" cy="1043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5867400" y="3506897"/>
            <a:ext cx="63500" cy="1310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5930900" y="3359150"/>
            <a:ext cx="63500" cy="1477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5994400" y="3211402"/>
            <a:ext cx="63500" cy="14774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6057900" y="3080377"/>
            <a:ext cx="63500" cy="1310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6121400" y="2975996"/>
            <a:ext cx="63500" cy="1043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6184900" y="2899718"/>
            <a:ext cx="63500" cy="762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6248400" y="2847422"/>
            <a:ext cx="63500" cy="5229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6311900" y="2813119"/>
            <a:ext cx="63500" cy="3430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6375400" y="2791265"/>
            <a:ext cx="63500" cy="218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6438900" y="2777600"/>
            <a:ext cx="63500" cy="1366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6502400" y="2769155"/>
            <a:ext cx="63500" cy="84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6565900" y="2763974"/>
            <a:ext cx="63500" cy="51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6629400" y="2760810"/>
            <a:ext cx="63500" cy="316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6692900" y="2758883"/>
            <a:ext cx="63500" cy="19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6756400" y="2757711"/>
            <a:ext cx="63500" cy="117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6819900" y="2756999"/>
            <a:ext cx="63500" cy="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6883400" y="2756566"/>
            <a:ext cx="63500" cy="4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6946900" y="2756304"/>
            <a:ext cx="63500" cy="26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010400" y="2756145"/>
            <a:ext cx="63500" cy="159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073900" y="2756048"/>
            <a:ext cx="63500" cy="9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7137400" y="2755990"/>
            <a:ext cx="63500" cy="5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7200900" y="2755954"/>
            <a:ext cx="63500" cy="3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4635500" y="1993900"/>
            <a:ext cx="2984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4276C8"/>
                </a:solidFill>
                <a:latin typeface="DejaVu Sans"/>
              </a:defRPr>
            </a:pPr>
            <a:r>
              <a:t>qPCR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35500" y="4356100"/>
            <a:ext cx="2984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Cantidad por Cq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635500" y="4826000"/>
            <a:ext cx="298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Carga y expresión</a:t>
            </a:r>
          </a:p>
        </p:txBody>
      </p:sp>
      <p:sp>
        <p:nvSpPr>
          <p:cNvPr id="112" name="Oval 111"/>
          <p:cNvSpPr/>
          <p:nvPr/>
        </p:nvSpPr>
        <p:spPr>
          <a:xfrm>
            <a:off x="8534400" y="27051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8773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2202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95631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99060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2489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591800" y="27051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34400" y="30480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8773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92202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95631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9060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2489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0591800" y="30480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344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77300" y="33909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220200" y="33909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5631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906000" y="33909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2489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591800" y="33909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5344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877300" y="37338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220200" y="37338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5631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906000" y="3733800"/>
            <a:ext cx="203200" cy="203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2489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0591800" y="3733800"/>
            <a:ext cx="203200" cy="2032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32800" y="1993900"/>
            <a:ext cx="2984500" cy="419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8061AC"/>
                </a:solidFill>
                <a:latin typeface="DejaVu Sans"/>
              </a:defRPr>
            </a:pPr>
            <a:r>
              <a:t>dPCR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32800" y="4356100"/>
            <a:ext cx="2984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8061AC"/>
                </a:solidFill>
                <a:latin typeface="DejaVu Sans"/>
              </a:defRPr>
            </a:pPr>
            <a:r>
              <a:t>Copias por partición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432800" y="4965700"/>
            <a:ext cx="29845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Variantes conocidas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Si la muestra es ARN, primero RT. Multiplex y nested son estrategias combinables.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CONEXIÓN CON SECUENCIACIÓN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Sanger: una banda limpia se convierte en 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[5,9]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400" y="2108200"/>
            <a:ext cx="2730500" cy="2336800"/>
          </a:xfrm>
          <a:prstGeom prst="roundRect">
            <a:avLst/>
          </a:prstGeom>
          <a:solidFill>
            <a:srgbClr val="203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8966" y="22606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7866" y="25908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70566" y="29337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70566" y="32385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70566" y="35433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570566" y="38481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70566" y="4152900"/>
            <a:ext cx="254000" cy="0"/>
          </a:xfrm>
          <a:prstGeom prst="line">
            <a:avLst/>
          </a:prstGeom>
          <a:ln w="50800">
            <a:solidFill>
              <a:srgbClr val="D3E9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379133" y="2260600"/>
            <a:ext cx="82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033" y="2590800"/>
            <a:ext cx="279400" cy="76200"/>
          </a:xfrm>
          <a:prstGeom prst="rect">
            <a:avLst/>
          </a:prstGeom>
          <a:solidFill>
            <a:srgbClr val="526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468033" y="3378200"/>
            <a:ext cx="279400" cy="0"/>
          </a:xfrm>
          <a:prstGeom prst="line">
            <a:avLst/>
          </a:prstGeom>
          <a:ln w="63500">
            <a:solidFill>
              <a:srgbClr val="7CE0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644900" y="3238500"/>
            <a:ext cx="5080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64000" y="3175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064000" y="3238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584700" y="2374900"/>
            <a:ext cx="622300" cy="139700"/>
          </a:xfrm>
          <a:prstGeom prst="roundRect">
            <a:avLst/>
          </a:prstGeom>
          <a:solidFill>
            <a:srgbClr val="DFEBEF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48200" y="2540000"/>
            <a:ext cx="495300" cy="1028700"/>
          </a:xfrm>
          <a:prstGeom prst="roundRect">
            <a:avLst/>
          </a:prstGeom>
          <a:solidFill>
            <a:srgbClr val="FFFFFF"/>
          </a:solidFill>
          <a:ln>
            <a:solidFill>
              <a:srgbClr val="AAC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86300" y="3054350"/>
            <a:ext cx="419100" cy="514350"/>
          </a:xfrm>
          <a:prstGeom prst="rect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660900" y="3568700"/>
            <a:ext cx="2349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4895850" y="3568700"/>
            <a:ext cx="234950" cy="215900"/>
          </a:xfrm>
          <a:prstGeom prst="line">
            <a:avLst/>
          </a:prstGeom>
          <a:ln w="25400">
            <a:solidFill>
              <a:srgbClr val="AAC2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24500" y="3238500"/>
            <a:ext cx="5080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43600" y="31750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943600" y="32385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3500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627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3754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3881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64008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4135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4262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4389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4516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4643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4770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4897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5024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5151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5278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5405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5532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5659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5786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5913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040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6167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6294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6421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6548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6675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6802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6929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7056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7183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7310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7437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7564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7691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7818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7945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8072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19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6832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6845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858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870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883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896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908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921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934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9469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9596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9723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9850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69977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0104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0231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70358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70485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0612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7073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086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7099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112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124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7137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7150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162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175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188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72009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2136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2263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72390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72517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72644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72771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72898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3025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3152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3279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73406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73533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73660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73787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73914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74041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74168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74295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74422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74549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74676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74803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74930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75057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5184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5311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75438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75565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5692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75819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75946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6073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76200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76327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76454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76581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6708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683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696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7708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7721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7734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7747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7759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7772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7785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7797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78105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78232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78359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78486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78613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78740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8867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994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9121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79248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7937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7950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7962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975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7988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8001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8013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8026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8039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8051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80645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80772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80899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81026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81153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81280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81407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81534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81661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81788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81915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82042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82169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82296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82423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82550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82677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82804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82931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83058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83185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83312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83439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83566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83693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83820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83947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84074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84201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84328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84455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84582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84709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84836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84963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85090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85217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85344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8547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8559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8572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8585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8597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8610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8623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8636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8648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8661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86741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86868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86995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87122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87249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87376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87503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87630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87757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87884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8801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8813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8826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8839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8851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8864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8877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8890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8902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8915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89281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89408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89535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89662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89789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89916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90043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90170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90297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90424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90551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90678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90805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90932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91059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91186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91313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91440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91567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91694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91821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91948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2075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92202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92329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92456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92583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92710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92837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92964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93091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93218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93345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93472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93599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93726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93853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93980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9410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9423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9436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9448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9461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9474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9486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9499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9512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9525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95377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95504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95631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95758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95885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96012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96139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96266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96393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96520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9664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9677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9690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9702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9715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9728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9740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9753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9766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9779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97917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98044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98171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98298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98425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98552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98679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98806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98933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99060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99187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99314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99441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99568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99695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99822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99949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00076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100203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100330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100457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100584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100711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00838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00965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01092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01219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01346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1473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01600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01727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01854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01981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02108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02235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02362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02489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02616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0274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0287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0299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0312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0325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0337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0350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0363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0375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0388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04013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04140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104267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104394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04521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04648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04775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04902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0502900" y="36703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10515600" y="36702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05283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05410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05537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05664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05791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05918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106045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06172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06299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0642600" y="36702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10655300" y="36702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10668000" y="3670289"/>
            <a:ext cx="12700" cy="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10680700" y="3670262"/>
            <a:ext cx="12700" cy="2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10693400" y="3670169"/>
            <a:ext cx="12700" cy="9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10706100" y="3669883"/>
            <a:ext cx="12700" cy="28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10718800" y="3669073"/>
            <a:ext cx="12700" cy="81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10731500" y="3666966"/>
            <a:ext cx="12700" cy="210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10744200" y="3661935"/>
            <a:ext cx="12700" cy="503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107569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107696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107823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107950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108077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108204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108331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108458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108585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108712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108839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10896600" y="2612390"/>
            <a:ext cx="12700" cy="4148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10909300" y="2653871"/>
            <a:ext cx="12700" cy="1149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10922000" y="2768808"/>
            <a:ext cx="12700" cy="16341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10934700" y="2932221"/>
            <a:ext cx="12700" cy="18025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10947400" y="3112472"/>
            <a:ext cx="12700" cy="1686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10960100" y="3281116"/>
            <a:ext cx="12700" cy="1385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10972800" y="3419651"/>
            <a:ext cx="12700" cy="10163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10985500" y="3521284"/>
            <a:ext cx="12700" cy="672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10998200" y="3588518"/>
            <a:ext cx="12700" cy="403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11010900" y="3628868"/>
            <a:ext cx="12700" cy="220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1023600" y="3650923"/>
            <a:ext cx="12700" cy="110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6350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6362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6375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6388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6400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64135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6426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6438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6451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6464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6477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6489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6502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6515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6527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6540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65532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65659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65786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65913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66040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66167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66294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66421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66548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66675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66802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66929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67056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67183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V="1">
            <a:off x="67310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67437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67564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67691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67818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67945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68072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68199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68326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68453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68580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68707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68834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68961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69088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69215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69342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69469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69596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69723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69850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69977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70104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70231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7035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7048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7061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7073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7086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7099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7112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7124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7137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7150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71628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7175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7188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7200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7213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7226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7239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7251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7264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V="1">
            <a:off x="72771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7289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7302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7315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7327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7340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7353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7366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7378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7391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7404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 flipV="1">
            <a:off x="74168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 flipV="1">
            <a:off x="74295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 flipV="1">
            <a:off x="74422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 flipV="1">
            <a:off x="74549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74676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 flipV="1">
            <a:off x="74803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 flipV="1">
            <a:off x="74930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 flipV="1">
            <a:off x="75057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 flipV="1">
            <a:off x="75184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75311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75438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 flipV="1">
            <a:off x="75565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 flipV="1">
            <a:off x="75692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V="1">
            <a:off x="75819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V="1">
            <a:off x="75946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76073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V="1">
            <a:off x="76200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 flipV="1">
            <a:off x="76327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 flipV="1">
            <a:off x="76454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76581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76708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76835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76962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77089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77216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77343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77470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77597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77724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77851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77978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78105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78232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78359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78486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78613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78740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78867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7899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7912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7924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7937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>
            <a:off x="7950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7962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7975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>
            <a:off x="7988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8001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8013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80264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8039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>
            <a:off x="8051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>
            <a:off x="8064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>
            <a:off x="8077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8089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>
            <a:off x="8102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>
            <a:off x="8115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>
            <a:off x="8128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 flipV="1">
            <a:off x="81407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>
            <a:off x="8153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8166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>
            <a:off x="8178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>
            <a:off x="8191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>
            <a:off x="8204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>
            <a:off x="8216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8229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>
            <a:off x="8242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>
            <a:off x="8255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>
            <a:off x="8267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 flipV="1">
            <a:off x="82804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82931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 flipV="1">
            <a:off x="83058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 flipV="1">
            <a:off x="83185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 flipV="1">
            <a:off x="83312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83439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 flipV="1">
            <a:off x="83566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 flipV="1">
            <a:off x="83693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V="1">
            <a:off x="83820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83947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84074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84201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84328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84455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84582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84709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84836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84963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85090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85217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>
            <a:off x="85344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>
            <a:off x="85471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>
            <a:off x="85598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>
            <a:off x="85725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>
            <a:off x="85852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>
            <a:off x="85979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>
            <a:off x="86106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>
            <a:off x="86233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86360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86487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>
            <a:off x="86614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86741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86868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>
            <a:off x="86995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87122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87249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87376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87503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8763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8775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8788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8801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8813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8826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8839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8851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8864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8877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88900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8902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8915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8928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8940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8953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8966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8978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>
            <a:off x="8991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 flipV="1">
            <a:off x="90043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9017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9029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9042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>
            <a:off x="9055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>
            <a:off x="9067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9080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>
            <a:off x="9093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>
            <a:off x="9105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>
            <a:off x="9118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>
            <a:off x="9131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 flipV="1">
            <a:off x="91440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 flipV="1">
            <a:off x="91567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 flipV="1">
            <a:off x="91694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 flipV="1">
            <a:off x="91821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 flipV="1">
            <a:off x="91948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 flipV="1">
            <a:off x="92075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 flipV="1">
            <a:off x="92202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 flipV="1">
            <a:off x="92329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 flipV="1">
            <a:off x="92456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 flipV="1">
            <a:off x="92583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 flipV="1">
            <a:off x="92710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V="1">
            <a:off x="92837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 flipV="1">
            <a:off x="92964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93091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V="1">
            <a:off x="93218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93345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93472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 flipV="1">
            <a:off x="93599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 flipV="1">
            <a:off x="93726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>
            <a:off x="93853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>
            <a:off x="93980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>
            <a:off x="94107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>
            <a:off x="94234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>
            <a:off x="94361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>
            <a:off x="94488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>
            <a:off x="94615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>
            <a:off x="94742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>
            <a:off x="94869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94996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95123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>
            <a:off x="95250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>
            <a:off x="95377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95504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95631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95758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95885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96012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>
            <a:off x="96139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>
            <a:off x="9626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>
            <a:off x="9639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9652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9664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>
            <a:off x="9677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>
            <a:off x="9690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>
            <a:off x="9702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9715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9728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9740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97536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9766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9779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9791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9804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9817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>
            <a:off x="9829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9842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9855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 flipV="1">
            <a:off x="98679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9880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>
            <a:off x="9893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>
            <a:off x="9906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>
            <a:off x="9918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>
            <a:off x="9931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9944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>
            <a:off x="9956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>
            <a:off x="9969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>
            <a:off x="9982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>
            <a:off x="9994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 flipV="1">
            <a:off x="100076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 flipV="1">
            <a:off x="100203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 flipV="1">
            <a:off x="100330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 flipV="1">
            <a:off x="100457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 flipV="1">
            <a:off x="100584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 flipV="1">
            <a:off x="100711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 flipV="1">
            <a:off x="100838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 flipV="1">
            <a:off x="100965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 flipV="1">
            <a:off x="101092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 flipV="1">
            <a:off x="101219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 flipV="1">
            <a:off x="101346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 flipV="1">
            <a:off x="101473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 flipV="1">
            <a:off x="101600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V="1">
            <a:off x="101727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 flipV="1">
            <a:off x="101854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 flipV="1">
            <a:off x="101981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 flipV="1">
            <a:off x="102108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V="1">
            <a:off x="102235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 flipV="1">
            <a:off x="102362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>
            <a:off x="10248900" y="2612390"/>
            <a:ext cx="12700" cy="4148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>
            <a:off x="10261600" y="2653871"/>
            <a:ext cx="12700" cy="1149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7" name="Connector 706"/>
          <p:cNvCxnSpPr/>
          <p:nvPr/>
        </p:nvCxnSpPr>
        <p:spPr>
          <a:xfrm>
            <a:off x="10274300" y="2768808"/>
            <a:ext cx="12700" cy="16341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8" name="Connector 707"/>
          <p:cNvCxnSpPr/>
          <p:nvPr/>
        </p:nvCxnSpPr>
        <p:spPr>
          <a:xfrm>
            <a:off x="10287000" y="2932221"/>
            <a:ext cx="12700" cy="18025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>
            <a:off x="10299700" y="3112472"/>
            <a:ext cx="12700" cy="1686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>
            <a:off x="10312400" y="3281116"/>
            <a:ext cx="12700" cy="1385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>
            <a:off x="10325100" y="3419651"/>
            <a:ext cx="12700" cy="10163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>
            <a:off x="10337800" y="3521284"/>
            <a:ext cx="12700" cy="672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>
            <a:off x="10350500" y="3588518"/>
            <a:ext cx="12700" cy="403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4" name="Connector 713"/>
          <p:cNvCxnSpPr/>
          <p:nvPr/>
        </p:nvCxnSpPr>
        <p:spPr>
          <a:xfrm>
            <a:off x="10363200" y="3628868"/>
            <a:ext cx="12700" cy="220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>
            <a:off x="10375900" y="3650923"/>
            <a:ext cx="12700" cy="110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>
            <a:off x="10388600" y="3661935"/>
            <a:ext cx="12700" cy="503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>
            <a:off x="10401300" y="3666966"/>
            <a:ext cx="12700" cy="210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>
            <a:off x="10414000" y="3669073"/>
            <a:ext cx="12700" cy="81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>
            <a:off x="10426700" y="3669883"/>
            <a:ext cx="12700" cy="28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>
            <a:off x="10439400" y="3670169"/>
            <a:ext cx="12700" cy="9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>
            <a:off x="10452100" y="3670262"/>
            <a:ext cx="12700" cy="2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>
            <a:off x="10464800" y="3670289"/>
            <a:ext cx="12700" cy="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>
            <a:off x="10477500" y="36702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>
            <a:off x="104902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>
            <a:off x="105029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105156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>
            <a:off x="105283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>
            <a:off x="105410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>
            <a:off x="105537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>
            <a:off x="105664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 730"/>
          <p:cNvCxnSpPr/>
          <p:nvPr/>
        </p:nvCxnSpPr>
        <p:spPr>
          <a:xfrm>
            <a:off x="105791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>
            <a:off x="105918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>
            <a:off x="10604500" y="36702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>
            <a:off x="10617200" y="36702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>
            <a:off x="10629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>
            <a:off x="10642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>
            <a:off x="10655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8" name="Connector 737"/>
          <p:cNvCxnSpPr/>
          <p:nvPr/>
        </p:nvCxnSpPr>
        <p:spPr>
          <a:xfrm>
            <a:off x="10668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>
            <a:off x="10680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0" name="Connector 739"/>
          <p:cNvCxnSpPr/>
          <p:nvPr/>
        </p:nvCxnSpPr>
        <p:spPr>
          <a:xfrm>
            <a:off x="10693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>
            <a:off x="10706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>
            <a:off x="10718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>
            <a:off x="10731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>
            <a:off x="10744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>
            <a:off x="10756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>
            <a:off x="10769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>
            <a:off x="10782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8" name="Connector 747"/>
          <p:cNvCxnSpPr/>
          <p:nvPr/>
        </p:nvCxnSpPr>
        <p:spPr>
          <a:xfrm>
            <a:off x="10795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>
            <a:off x="10807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>
            <a:off x="10820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10833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>
            <a:off x="10845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>
            <a:off x="10858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>
            <a:off x="10871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>
            <a:off x="10883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6" name="Connector 755"/>
          <p:cNvCxnSpPr/>
          <p:nvPr/>
        </p:nvCxnSpPr>
        <p:spPr>
          <a:xfrm>
            <a:off x="10896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7" name="Connector 756"/>
          <p:cNvCxnSpPr/>
          <p:nvPr/>
        </p:nvCxnSpPr>
        <p:spPr>
          <a:xfrm>
            <a:off x="109093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>
            <a:off x="109220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9" name="Connector 758"/>
          <p:cNvCxnSpPr/>
          <p:nvPr/>
        </p:nvCxnSpPr>
        <p:spPr>
          <a:xfrm>
            <a:off x="109347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0" name="Connector 759"/>
          <p:cNvCxnSpPr/>
          <p:nvPr/>
        </p:nvCxnSpPr>
        <p:spPr>
          <a:xfrm>
            <a:off x="109474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1" name="Connector 760"/>
          <p:cNvCxnSpPr/>
          <p:nvPr/>
        </p:nvCxnSpPr>
        <p:spPr>
          <a:xfrm>
            <a:off x="109601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>
            <a:off x="109728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>
            <a:off x="109855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109982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>
            <a:off x="110109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>
            <a:off x="11023600" y="36703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Connector 766"/>
          <p:cNvCxnSpPr/>
          <p:nvPr/>
        </p:nvCxnSpPr>
        <p:spPr>
          <a:xfrm>
            <a:off x="6350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8" name="Connector 767"/>
          <p:cNvCxnSpPr/>
          <p:nvPr/>
        </p:nvCxnSpPr>
        <p:spPr>
          <a:xfrm>
            <a:off x="6362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9" name="Connector 768"/>
          <p:cNvCxnSpPr/>
          <p:nvPr/>
        </p:nvCxnSpPr>
        <p:spPr>
          <a:xfrm>
            <a:off x="6375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0" name="Connector 769"/>
          <p:cNvCxnSpPr/>
          <p:nvPr/>
        </p:nvCxnSpPr>
        <p:spPr>
          <a:xfrm>
            <a:off x="6388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>
            <a:off x="6400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2" name="Connector 771"/>
          <p:cNvCxnSpPr/>
          <p:nvPr/>
        </p:nvCxnSpPr>
        <p:spPr>
          <a:xfrm>
            <a:off x="6413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3" name="Connector 772"/>
          <p:cNvCxnSpPr/>
          <p:nvPr/>
        </p:nvCxnSpPr>
        <p:spPr>
          <a:xfrm>
            <a:off x="6426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4" name="Connector 773"/>
          <p:cNvCxnSpPr/>
          <p:nvPr/>
        </p:nvCxnSpPr>
        <p:spPr>
          <a:xfrm>
            <a:off x="6438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5" name="Connector 774"/>
          <p:cNvCxnSpPr/>
          <p:nvPr/>
        </p:nvCxnSpPr>
        <p:spPr>
          <a:xfrm>
            <a:off x="6451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6" name="Connector 775"/>
          <p:cNvCxnSpPr/>
          <p:nvPr/>
        </p:nvCxnSpPr>
        <p:spPr>
          <a:xfrm>
            <a:off x="6464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7" name="Connector 776"/>
          <p:cNvCxnSpPr/>
          <p:nvPr/>
        </p:nvCxnSpPr>
        <p:spPr>
          <a:xfrm>
            <a:off x="6477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8" name="Connector 777"/>
          <p:cNvCxnSpPr/>
          <p:nvPr/>
        </p:nvCxnSpPr>
        <p:spPr>
          <a:xfrm>
            <a:off x="6489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9" name="Connector 778"/>
          <p:cNvCxnSpPr/>
          <p:nvPr/>
        </p:nvCxnSpPr>
        <p:spPr>
          <a:xfrm>
            <a:off x="6502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0" name="Connector 779"/>
          <p:cNvCxnSpPr/>
          <p:nvPr/>
        </p:nvCxnSpPr>
        <p:spPr>
          <a:xfrm>
            <a:off x="6515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Connector 780"/>
          <p:cNvCxnSpPr/>
          <p:nvPr/>
        </p:nvCxnSpPr>
        <p:spPr>
          <a:xfrm>
            <a:off x="6527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2" name="Connector 781"/>
          <p:cNvCxnSpPr/>
          <p:nvPr/>
        </p:nvCxnSpPr>
        <p:spPr>
          <a:xfrm>
            <a:off x="6540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Connector 782"/>
          <p:cNvCxnSpPr/>
          <p:nvPr/>
        </p:nvCxnSpPr>
        <p:spPr>
          <a:xfrm>
            <a:off x="6553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Connector 783"/>
          <p:cNvCxnSpPr/>
          <p:nvPr/>
        </p:nvCxnSpPr>
        <p:spPr>
          <a:xfrm>
            <a:off x="6565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Connector 784"/>
          <p:cNvCxnSpPr/>
          <p:nvPr/>
        </p:nvCxnSpPr>
        <p:spPr>
          <a:xfrm>
            <a:off x="6578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Connector 785"/>
          <p:cNvCxnSpPr/>
          <p:nvPr/>
        </p:nvCxnSpPr>
        <p:spPr>
          <a:xfrm>
            <a:off x="6591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Connector 786"/>
          <p:cNvCxnSpPr/>
          <p:nvPr/>
        </p:nvCxnSpPr>
        <p:spPr>
          <a:xfrm>
            <a:off x="6604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Connector 787"/>
          <p:cNvCxnSpPr/>
          <p:nvPr/>
        </p:nvCxnSpPr>
        <p:spPr>
          <a:xfrm>
            <a:off x="6616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9" name="Connector 788"/>
          <p:cNvCxnSpPr/>
          <p:nvPr/>
        </p:nvCxnSpPr>
        <p:spPr>
          <a:xfrm flipV="1">
            <a:off x="66294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0" name="Connector 789"/>
          <p:cNvCxnSpPr/>
          <p:nvPr/>
        </p:nvCxnSpPr>
        <p:spPr>
          <a:xfrm>
            <a:off x="6642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1" name="Connector 790"/>
          <p:cNvCxnSpPr/>
          <p:nvPr/>
        </p:nvCxnSpPr>
        <p:spPr>
          <a:xfrm>
            <a:off x="6654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Connector 791"/>
          <p:cNvCxnSpPr/>
          <p:nvPr/>
        </p:nvCxnSpPr>
        <p:spPr>
          <a:xfrm>
            <a:off x="6667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Connector 792"/>
          <p:cNvCxnSpPr/>
          <p:nvPr/>
        </p:nvCxnSpPr>
        <p:spPr>
          <a:xfrm>
            <a:off x="6680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Connector 793"/>
          <p:cNvCxnSpPr/>
          <p:nvPr/>
        </p:nvCxnSpPr>
        <p:spPr>
          <a:xfrm>
            <a:off x="6692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Connector 794"/>
          <p:cNvCxnSpPr/>
          <p:nvPr/>
        </p:nvCxnSpPr>
        <p:spPr>
          <a:xfrm>
            <a:off x="6705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Connector 795"/>
          <p:cNvCxnSpPr/>
          <p:nvPr/>
        </p:nvCxnSpPr>
        <p:spPr>
          <a:xfrm>
            <a:off x="6718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Connector 796"/>
          <p:cNvCxnSpPr/>
          <p:nvPr/>
        </p:nvCxnSpPr>
        <p:spPr>
          <a:xfrm>
            <a:off x="6731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Connector 797"/>
          <p:cNvCxnSpPr/>
          <p:nvPr/>
        </p:nvCxnSpPr>
        <p:spPr>
          <a:xfrm>
            <a:off x="6743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Connector 798"/>
          <p:cNvCxnSpPr/>
          <p:nvPr/>
        </p:nvCxnSpPr>
        <p:spPr>
          <a:xfrm>
            <a:off x="6756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Connector 799"/>
          <p:cNvCxnSpPr/>
          <p:nvPr/>
        </p:nvCxnSpPr>
        <p:spPr>
          <a:xfrm flipV="1">
            <a:off x="67691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Connector 800"/>
          <p:cNvCxnSpPr/>
          <p:nvPr/>
        </p:nvCxnSpPr>
        <p:spPr>
          <a:xfrm flipV="1">
            <a:off x="67818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Connector 801"/>
          <p:cNvCxnSpPr/>
          <p:nvPr/>
        </p:nvCxnSpPr>
        <p:spPr>
          <a:xfrm flipV="1">
            <a:off x="67945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 802"/>
          <p:cNvCxnSpPr/>
          <p:nvPr/>
        </p:nvCxnSpPr>
        <p:spPr>
          <a:xfrm flipV="1">
            <a:off x="68072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Connector 803"/>
          <p:cNvCxnSpPr/>
          <p:nvPr/>
        </p:nvCxnSpPr>
        <p:spPr>
          <a:xfrm flipV="1">
            <a:off x="68199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Connector 804"/>
          <p:cNvCxnSpPr/>
          <p:nvPr/>
        </p:nvCxnSpPr>
        <p:spPr>
          <a:xfrm flipV="1">
            <a:off x="68326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Connector 805"/>
          <p:cNvCxnSpPr/>
          <p:nvPr/>
        </p:nvCxnSpPr>
        <p:spPr>
          <a:xfrm flipV="1">
            <a:off x="68453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Connector 806"/>
          <p:cNvCxnSpPr/>
          <p:nvPr/>
        </p:nvCxnSpPr>
        <p:spPr>
          <a:xfrm flipV="1">
            <a:off x="68580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Connector 807"/>
          <p:cNvCxnSpPr/>
          <p:nvPr/>
        </p:nvCxnSpPr>
        <p:spPr>
          <a:xfrm flipV="1">
            <a:off x="68707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Connector 808"/>
          <p:cNvCxnSpPr/>
          <p:nvPr/>
        </p:nvCxnSpPr>
        <p:spPr>
          <a:xfrm flipV="1">
            <a:off x="68834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Connector 809"/>
          <p:cNvCxnSpPr/>
          <p:nvPr/>
        </p:nvCxnSpPr>
        <p:spPr>
          <a:xfrm flipV="1">
            <a:off x="68961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Connector 810"/>
          <p:cNvCxnSpPr/>
          <p:nvPr/>
        </p:nvCxnSpPr>
        <p:spPr>
          <a:xfrm flipV="1">
            <a:off x="69088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Connector 811"/>
          <p:cNvCxnSpPr/>
          <p:nvPr/>
        </p:nvCxnSpPr>
        <p:spPr>
          <a:xfrm flipV="1">
            <a:off x="69215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Connector 812"/>
          <p:cNvCxnSpPr/>
          <p:nvPr/>
        </p:nvCxnSpPr>
        <p:spPr>
          <a:xfrm flipV="1">
            <a:off x="69342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Connector 813"/>
          <p:cNvCxnSpPr/>
          <p:nvPr/>
        </p:nvCxnSpPr>
        <p:spPr>
          <a:xfrm flipV="1">
            <a:off x="69469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 flipV="1">
            <a:off x="69596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Connector 815"/>
          <p:cNvCxnSpPr/>
          <p:nvPr/>
        </p:nvCxnSpPr>
        <p:spPr>
          <a:xfrm flipV="1">
            <a:off x="69723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Connector 816"/>
          <p:cNvCxnSpPr/>
          <p:nvPr/>
        </p:nvCxnSpPr>
        <p:spPr>
          <a:xfrm flipV="1">
            <a:off x="69850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8" name="Connector 817"/>
          <p:cNvCxnSpPr/>
          <p:nvPr/>
        </p:nvCxnSpPr>
        <p:spPr>
          <a:xfrm flipV="1">
            <a:off x="69977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>
            <a:off x="70104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0" name="Connector 819"/>
          <p:cNvCxnSpPr/>
          <p:nvPr/>
        </p:nvCxnSpPr>
        <p:spPr>
          <a:xfrm>
            <a:off x="70231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Connector 820"/>
          <p:cNvCxnSpPr/>
          <p:nvPr/>
        </p:nvCxnSpPr>
        <p:spPr>
          <a:xfrm>
            <a:off x="70358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2" name="Connector 821"/>
          <p:cNvCxnSpPr/>
          <p:nvPr/>
        </p:nvCxnSpPr>
        <p:spPr>
          <a:xfrm>
            <a:off x="70485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3" name="Connector 822"/>
          <p:cNvCxnSpPr/>
          <p:nvPr/>
        </p:nvCxnSpPr>
        <p:spPr>
          <a:xfrm>
            <a:off x="70612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4" name="Connector 823"/>
          <p:cNvCxnSpPr/>
          <p:nvPr/>
        </p:nvCxnSpPr>
        <p:spPr>
          <a:xfrm>
            <a:off x="70739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Connector 824"/>
          <p:cNvCxnSpPr/>
          <p:nvPr/>
        </p:nvCxnSpPr>
        <p:spPr>
          <a:xfrm>
            <a:off x="70866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Connector 825"/>
          <p:cNvCxnSpPr/>
          <p:nvPr/>
        </p:nvCxnSpPr>
        <p:spPr>
          <a:xfrm>
            <a:off x="70993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Connector 826"/>
          <p:cNvCxnSpPr/>
          <p:nvPr/>
        </p:nvCxnSpPr>
        <p:spPr>
          <a:xfrm>
            <a:off x="71120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Connector 827"/>
          <p:cNvCxnSpPr/>
          <p:nvPr/>
        </p:nvCxnSpPr>
        <p:spPr>
          <a:xfrm>
            <a:off x="71247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Connector 828"/>
          <p:cNvCxnSpPr/>
          <p:nvPr/>
        </p:nvCxnSpPr>
        <p:spPr>
          <a:xfrm>
            <a:off x="71374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Connector 829"/>
          <p:cNvCxnSpPr/>
          <p:nvPr/>
        </p:nvCxnSpPr>
        <p:spPr>
          <a:xfrm>
            <a:off x="71501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1" name="Connector 830"/>
          <p:cNvCxnSpPr/>
          <p:nvPr/>
        </p:nvCxnSpPr>
        <p:spPr>
          <a:xfrm>
            <a:off x="71628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2" name="Connector 831"/>
          <p:cNvCxnSpPr/>
          <p:nvPr/>
        </p:nvCxnSpPr>
        <p:spPr>
          <a:xfrm>
            <a:off x="71755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3" name="Connector 832"/>
          <p:cNvCxnSpPr/>
          <p:nvPr/>
        </p:nvCxnSpPr>
        <p:spPr>
          <a:xfrm>
            <a:off x="71882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4" name="Connector 833"/>
          <p:cNvCxnSpPr/>
          <p:nvPr/>
        </p:nvCxnSpPr>
        <p:spPr>
          <a:xfrm>
            <a:off x="72009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5" name="Connector 834"/>
          <p:cNvCxnSpPr/>
          <p:nvPr/>
        </p:nvCxnSpPr>
        <p:spPr>
          <a:xfrm>
            <a:off x="72136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6" name="Connector 835"/>
          <p:cNvCxnSpPr/>
          <p:nvPr/>
        </p:nvCxnSpPr>
        <p:spPr>
          <a:xfrm>
            <a:off x="72263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7" name="Connector 836"/>
          <p:cNvCxnSpPr/>
          <p:nvPr/>
        </p:nvCxnSpPr>
        <p:spPr>
          <a:xfrm>
            <a:off x="72390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8" name="Connector 837"/>
          <p:cNvCxnSpPr/>
          <p:nvPr/>
        </p:nvCxnSpPr>
        <p:spPr>
          <a:xfrm>
            <a:off x="7251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9" name="Connector 838"/>
          <p:cNvCxnSpPr/>
          <p:nvPr/>
        </p:nvCxnSpPr>
        <p:spPr>
          <a:xfrm>
            <a:off x="7264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0" name="Connector 839"/>
          <p:cNvCxnSpPr/>
          <p:nvPr/>
        </p:nvCxnSpPr>
        <p:spPr>
          <a:xfrm>
            <a:off x="7277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1" name="Connector 840"/>
          <p:cNvCxnSpPr/>
          <p:nvPr/>
        </p:nvCxnSpPr>
        <p:spPr>
          <a:xfrm>
            <a:off x="7289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2" name="Connector 841"/>
          <p:cNvCxnSpPr/>
          <p:nvPr/>
        </p:nvCxnSpPr>
        <p:spPr>
          <a:xfrm>
            <a:off x="7302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3" name="Connector 842"/>
          <p:cNvCxnSpPr/>
          <p:nvPr/>
        </p:nvCxnSpPr>
        <p:spPr>
          <a:xfrm>
            <a:off x="7315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4" name="Connector 843"/>
          <p:cNvCxnSpPr/>
          <p:nvPr/>
        </p:nvCxnSpPr>
        <p:spPr>
          <a:xfrm>
            <a:off x="7327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5" name="Connector 844"/>
          <p:cNvCxnSpPr/>
          <p:nvPr/>
        </p:nvCxnSpPr>
        <p:spPr>
          <a:xfrm>
            <a:off x="7340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6" name="Connector 845"/>
          <p:cNvCxnSpPr/>
          <p:nvPr/>
        </p:nvCxnSpPr>
        <p:spPr>
          <a:xfrm>
            <a:off x="7353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7" name="Connector 846"/>
          <p:cNvCxnSpPr/>
          <p:nvPr/>
        </p:nvCxnSpPr>
        <p:spPr>
          <a:xfrm>
            <a:off x="7366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8" name="Connector 847"/>
          <p:cNvCxnSpPr/>
          <p:nvPr/>
        </p:nvCxnSpPr>
        <p:spPr>
          <a:xfrm>
            <a:off x="73787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9" name="Connector 848"/>
          <p:cNvCxnSpPr/>
          <p:nvPr/>
        </p:nvCxnSpPr>
        <p:spPr>
          <a:xfrm>
            <a:off x="7391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0" name="Connector 849"/>
          <p:cNvCxnSpPr/>
          <p:nvPr/>
        </p:nvCxnSpPr>
        <p:spPr>
          <a:xfrm>
            <a:off x="7404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1" name="Connector 850"/>
          <p:cNvCxnSpPr/>
          <p:nvPr/>
        </p:nvCxnSpPr>
        <p:spPr>
          <a:xfrm>
            <a:off x="7416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2" name="Connector 851"/>
          <p:cNvCxnSpPr/>
          <p:nvPr/>
        </p:nvCxnSpPr>
        <p:spPr>
          <a:xfrm>
            <a:off x="7429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3" name="Connector 852"/>
          <p:cNvCxnSpPr/>
          <p:nvPr/>
        </p:nvCxnSpPr>
        <p:spPr>
          <a:xfrm>
            <a:off x="7442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4" name="Connector 853"/>
          <p:cNvCxnSpPr/>
          <p:nvPr/>
        </p:nvCxnSpPr>
        <p:spPr>
          <a:xfrm>
            <a:off x="7454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5" name="Connector 854"/>
          <p:cNvCxnSpPr/>
          <p:nvPr/>
        </p:nvCxnSpPr>
        <p:spPr>
          <a:xfrm>
            <a:off x="7467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6" name="Connector 855"/>
          <p:cNvCxnSpPr/>
          <p:nvPr/>
        </p:nvCxnSpPr>
        <p:spPr>
          <a:xfrm>
            <a:off x="7480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7" name="Connector 856"/>
          <p:cNvCxnSpPr/>
          <p:nvPr/>
        </p:nvCxnSpPr>
        <p:spPr>
          <a:xfrm flipV="1">
            <a:off x="74930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8" name="Connector 857"/>
          <p:cNvCxnSpPr/>
          <p:nvPr/>
        </p:nvCxnSpPr>
        <p:spPr>
          <a:xfrm>
            <a:off x="7505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9" name="Connector 858"/>
          <p:cNvCxnSpPr/>
          <p:nvPr/>
        </p:nvCxnSpPr>
        <p:spPr>
          <a:xfrm>
            <a:off x="7518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0" name="Connector 859"/>
          <p:cNvCxnSpPr/>
          <p:nvPr/>
        </p:nvCxnSpPr>
        <p:spPr>
          <a:xfrm>
            <a:off x="7531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1" name="Connector 860"/>
          <p:cNvCxnSpPr/>
          <p:nvPr/>
        </p:nvCxnSpPr>
        <p:spPr>
          <a:xfrm>
            <a:off x="7543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2" name="Connector 861"/>
          <p:cNvCxnSpPr/>
          <p:nvPr/>
        </p:nvCxnSpPr>
        <p:spPr>
          <a:xfrm>
            <a:off x="7556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3" name="Connector 862"/>
          <p:cNvCxnSpPr/>
          <p:nvPr/>
        </p:nvCxnSpPr>
        <p:spPr>
          <a:xfrm>
            <a:off x="7569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4" name="Connector 863"/>
          <p:cNvCxnSpPr/>
          <p:nvPr/>
        </p:nvCxnSpPr>
        <p:spPr>
          <a:xfrm>
            <a:off x="7581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5" name="Connector 864"/>
          <p:cNvCxnSpPr/>
          <p:nvPr/>
        </p:nvCxnSpPr>
        <p:spPr>
          <a:xfrm>
            <a:off x="7594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>
            <a:off x="7607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>
            <a:off x="7620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 flipV="1">
            <a:off x="76327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 flipV="1">
            <a:off x="76454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0" name="Connector 869"/>
          <p:cNvCxnSpPr/>
          <p:nvPr/>
        </p:nvCxnSpPr>
        <p:spPr>
          <a:xfrm flipV="1">
            <a:off x="76581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1" name="Connector 870"/>
          <p:cNvCxnSpPr/>
          <p:nvPr/>
        </p:nvCxnSpPr>
        <p:spPr>
          <a:xfrm flipV="1">
            <a:off x="76708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2" name="Connector 871"/>
          <p:cNvCxnSpPr/>
          <p:nvPr/>
        </p:nvCxnSpPr>
        <p:spPr>
          <a:xfrm flipV="1">
            <a:off x="76835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3" name="Connector 872"/>
          <p:cNvCxnSpPr/>
          <p:nvPr/>
        </p:nvCxnSpPr>
        <p:spPr>
          <a:xfrm flipV="1">
            <a:off x="76962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4" name="Connector 873"/>
          <p:cNvCxnSpPr/>
          <p:nvPr/>
        </p:nvCxnSpPr>
        <p:spPr>
          <a:xfrm flipV="1">
            <a:off x="77089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5" name="Connector 874"/>
          <p:cNvCxnSpPr/>
          <p:nvPr/>
        </p:nvCxnSpPr>
        <p:spPr>
          <a:xfrm flipV="1">
            <a:off x="77216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6" name="Connector 875"/>
          <p:cNvCxnSpPr/>
          <p:nvPr/>
        </p:nvCxnSpPr>
        <p:spPr>
          <a:xfrm flipV="1">
            <a:off x="77343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7" name="Connector 876"/>
          <p:cNvCxnSpPr/>
          <p:nvPr/>
        </p:nvCxnSpPr>
        <p:spPr>
          <a:xfrm flipV="1">
            <a:off x="77470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8" name="Connector 877"/>
          <p:cNvCxnSpPr/>
          <p:nvPr/>
        </p:nvCxnSpPr>
        <p:spPr>
          <a:xfrm flipV="1">
            <a:off x="77597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9" name="Connector 878"/>
          <p:cNvCxnSpPr/>
          <p:nvPr/>
        </p:nvCxnSpPr>
        <p:spPr>
          <a:xfrm flipV="1">
            <a:off x="77724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 flipV="1">
            <a:off x="77851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 flipV="1">
            <a:off x="77978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 flipV="1">
            <a:off x="78105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 flipV="1">
            <a:off x="78232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 flipV="1">
            <a:off x="78359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5" name="Connector 884"/>
          <p:cNvCxnSpPr/>
          <p:nvPr/>
        </p:nvCxnSpPr>
        <p:spPr>
          <a:xfrm flipV="1">
            <a:off x="78486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6" name="Connector 885"/>
          <p:cNvCxnSpPr/>
          <p:nvPr/>
        </p:nvCxnSpPr>
        <p:spPr>
          <a:xfrm flipV="1">
            <a:off x="78613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7" name="Connector 886"/>
          <p:cNvCxnSpPr/>
          <p:nvPr/>
        </p:nvCxnSpPr>
        <p:spPr>
          <a:xfrm>
            <a:off x="78740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8" name="Connector 887"/>
          <p:cNvCxnSpPr/>
          <p:nvPr/>
        </p:nvCxnSpPr>
        <p:spPr>
          <a:xfrm>
            <a:off x="78867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9" name="Connector 888"/>
          <p:cNvCxnSpPr/>
          <p:nvPr/>
        </p:nvCxnSpPr>
        <p:spPr>
          <a:xfrm>
            <a:off x="78994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0" name="Connector 889"/>
          <p:cNvCxnSpPr/>
          <p:nvPr/>
        </p:nvCxnSpPr>
        <p:spPr>
          <a:xfrm>
            <a:off x="79121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1" name="Connector 890"/>
          <p:cNvCxnSpPr/>
          <p:nvPr/>
        </p:nvCxnSpPr>
        <p:spPr>
          <a:xfrm>
            <a:off x="79248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2" name="Connector 891"/>
          <p:cNvCxnSpPr/>
          <p:nvPr/>
        </p:nvCxnSpPr>
        <p:spPr>
          <a:xfrm>
            <a:off x="79375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3" name="Connector 892"/>
          <p:cNvCxnSpPr/>
          <p:nvPr/>
        </p:nvCxnSpPr>
        <p:spPr>
          <a:xfrm>
            <a:off x="79502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4" name="Connector 893"/>
          <p:cNvCxnSpPr/>
          <p:nvPr/>
        </p:nvCxnSpPr>
        <p:spPr>
          <a:xfrm>
            <a:off x="79629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5" name="Connector 894"/>
          <p:cNvCxnSpPr/>
          <p:nvPr/>
        </p:nvCxnSpPr>
        <p:spPr>
          <a:xfrm>
            <a:off x="79756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6" name="Connector 895"/>
          <p:cNvCxnSpPr/>
          <p:nvPr/>
        </p:nvCxnSpPr>
        <p:spPr>
          <a:xfrm>
            <a:off x="79883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7" name="Connector 896"/>
          <p:cNvCxnSpPr/>
          <p:nvPr/>
        </p:nvCxnSpPr>
        <p:spPr>
          <a:xfrm>
            <a:off x="80010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8" name="Connector 897"/>
          <p:cNvCxnSpPr/>
          <p:nvPr/>
        </p:nvCxnSpPr>
        <p:spPr>
          <a:xfrm>
            <a:off x="80137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9" name="Connector 898"/>
          <p:cNvCxnSpPr/>
          <p:nvPr/>
        </p:nvCxnSpPr>
        <p:spPr>
          <a:xfrm>
            <a:off x="80264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" name="Connector 899"/>
          <p:cNvCxnSpPr/>
          <p:nvPr/>
        </p:nvCxnSpPr>
        <p:spPr>
          <a:xfrm>
            <a:off x="80391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" name="Connector 900"/>
          <p:cNvCxnSpPr/>
          <p:nvPr/>
        </p:nvCxnSpPr>
        <p:spPr>
          <a:xfrm>
            <a:off x="80518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" name="Connector 901"/>
          <p:cNvCxnSpPr/>
          <p:nvPr/>
        </p:nvCxnSpPr>
        <p:spPr>
          <a:xfrm>
            <a:off x="80645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" name="Connector 902"/>
          <p:cNvCxnSpPr/>
          <p:nvPr/>
        </p:nvCxnSpPr>
        <p:spPr>
          <a:xfrm>
            <a:off x="80772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" name="Connector 903"/>
          <p:cNvCxnSpPr/>
          <p:nvPr/>
        </p:nvCxnSpPr>
        <p:spPr>
          <a:xfrm>
            <a:off x="80899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>
            <a:off x="81026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>
            <a:off x="8115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" name="Connector 906"/>
          <p:cNvCxnSpPr/>
          <p:nvPr/>
        </p:nvCxnSpPr>
        <p:spPr>
          <a:xfrm>
            <a:off x="8128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" name="Connector 907"/>
          <p:cNvCxnSpPr/>
          <p:nvPr/>
        </p:nvCxnSpPr>
        <p:spPr>
          <a:xfrm>
            <a:off x="8140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>
            <a:off x="8153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" name="Connector 909"/>
          <p:cNvCxnSpPr/>
          <p:nvPr/>
        </p:nvCxnSpPr>
        <p:spPr>
          <a:xfrm>
            <a:off x="8166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>
            <a:off x="8178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" name="Connector 911"/>
          <p:cNvCxnSpPr/>
          <p:nvPr/>
        </p:nvCxnSpPr>
        <p:spPr>
          <a:xfrm>
            <a:off x="8191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" name="Connector 912"/>
          <p:cNvCxnSpPr/>
          <p:nvPr/>
        </p:nvCxnSpPr>
        <p:spPr>
          <a:xfrm>
            <a:off x="8204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" name="Connector 913"/>
          <p:cNvCxnSpPr/>
          <p:nvPr/>
        </p:nvCxnSpPr>
        <p:spPr>
          <a:xfrm>
            <a:off x="8216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" name="Connector 914"/>
          <p:cNvCxnSpPr/>
          <p:nvPr/>
        </p:nvCxnSpPr>
        <p:spPr>
          <a:xfrm>
            <a:off x="8229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" name="Connector 915"/>
          <p:cNvCxnSpPr/>
          <p:nvPr/>
        </p:nvCxnSpPr>
        <p:spPr>
          <a:xfrm>
            <a:off x="82423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8255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8267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8280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8293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>
            <a:off x="8305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>
            <a:off x="8318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3" name="Connector 922"/>
          <p:cNvCxnSpPr/>
          <p:nvPr/>
        </p:nvCxnSpPr>
        <p:spPr>
          <a:xfrm>
            <a:off x="8331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4" name="Connector 923"/>
          <p:cNvCxnSpPr/>
          <p:nvPr/>
        </p:nvCxnSpPr>
        <p:spPr>
          <a:xfrm>
            <a:off x="8343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5" name="Connector 924"/>
          <p:cNvCxnSpPr/>
          <p:nvPr/>
        </p:nvCxnSpPr>
        <p:spPr>
          <a:xfrm flipV="1">
            <a:off x="83566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8369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8382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8394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>
            <a:off x="8407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>
            <a:off x="8420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>
            <a:off x="8432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2" name="Connector 931"/>
          <p:cNvCxnSpPr/>
          <p:nvPr/>
        </p:nvCxnSpPr>
        <p:spPr>
          <a:xfrm>
            <a:off x="8445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3" name="Connector 932"/>
          <p:cNvCxnSpPr/>
          <p:nvPr/>
        </p:nvCxnSpPr>
        <p:spPr>
          <a:xfrm>
            <a:off x="8458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4" name="Connector 933"/>
          <p:cNvCxnSpPr/>
          <p:nvPr/>
        </p:nvCxnSpPr>
        <p:spPr>
          <a:xfrm>
            <a:off x="8470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5" name="Connector 934"/>
          <p:cNvCxnSpPr/>
          <p:nvPr/>
        </p:nvCxnSpPr>
        <p:spPr>
          <a:xfrm>
            <a:off x="8483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6" name="Connector 935"/>
          <p:cNvCxnSpPr/>
          <p:nvPr/>
        </p:nvCxnSpPr>
        <p:spPr>
          <a:xfrm flipV="1">
            <a:off x="84963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7" name="Connector 936"/>
          <p:cNvCxnSpPr/>
          <p:nvPr/>
        </p:nvCxnSpPr>
        <p:spPr>
          <a:xfrm flipV="1">
            <a:off x="85090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8" name="Connector 937"/>
          <p:cNvCxnSpPr/>
          <p:nvPr/>
        </p:nvCxnSpPr>
        <p:spPr>
          <a:xfrm flipV="1">
            <a:off x="85217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9" name="Connector 938"/>
          <p:cNvCxnSpPr/>
          <p:nvPr/>
        </p:nvCxnSpPr>
        <p:spPr>
          <a:xfrm flipV="1">
            <a:off x="85344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 flipV="1">
            <a:off x="85471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 flipV="1">
            <a:off x="85598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 flipV="1">
            <a:off x="85725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 flipV="1">
            <a:off x="85852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4" name="Connector 943"/>
          <p:cNvCxnSpPr/>
          <p:nvPr/>
        </p:nvCxnSpPr>
        <p:spPr>
          <a:xfrm flipV="1">
            <a:off x="85979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5" name="Connector 944"/>
          <p:cNvCxnSpPr/>
          <p:nvPr/>
        </p:nvCxnSpPr>
        <p:spPr>
          <a:xfrm flipV="1">
            <a:off x="86106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6" name="Connector 945"/>
          <p:cNvCxnSpPr/>
          <p:nvPr/>
        </p:nvCxnSpPr>
        <p:spPr>
          <a:xfrm flipV="1">
            <a:off x="86233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7" name="Connector 946"/>
          <p:cNvCxnSpPr/>
          <p:nvPr/>
        </p:nvCxnSpPr>
        <p:spPr>
          <a:xfrm flipV="1">
            <a:off x="86360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 flipV="1">
            <a:off x="86487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 flipV="1">
            <a:off x="86614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V="1">
            <a:off x="86741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V="1">
            <a:off x="86868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 flipV="1">
            <a:off x="86995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87122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 flipV="1">
            <a:off x="87249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87376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87503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7" name="Connector 956"/>
          <p:cNvCxnSpPr/>
          <p:nvPr/>
        </p:nvCxnSpPr>
        <p:spPr>
          <a:xfrm>
            <a:off x="87630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8" name="Connector 957"/>
          <p:cNvCxnSpPr/>
          <p:nvPr/>
        </p:nvCxnSpPr>
        <p:spPr>
          <a:xfrm>
            <a:off x="87757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9" name="Connector 958"/>
          <p:cNvCxnSpPr/>
          <p:nvPr/>
        </p:nvCxnSpPr>
        <p:spPr>
          <a:xfrm>
            <a:off x="87884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>
            <a:off x="88011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1" name="Connector 960"/>
          <p:cNvCxnSpPr/>
          <p:nvPr/>
        </p:nvCxnSpPr>
        <p:spPr>
          <a:xfrm>
            <a:off x="88138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2" name="Connector 961"/>
          <p:cNvCxnSpPr/>
          <p:nvPr/>
        </p:nvCxnSpPr>
        <p:spPr>
          <a:xfrm>
            <a:off x="88265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>
            <a:off x="88392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>
            <a:off x="88519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>
            <a:off x="88646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>
            <a:off x="88773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88900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89027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9" name="Connector 968"/>
          <p:cNvCxnSpPr/>
          <p:nvPr/>
        </p:nvCxnSpPr>
        <p:spPr>
          <a:xfrm>
            <a:off x="89154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0" name="Connector 969"/>
          <p:cNvCxnSpPr/>
          <p:nvPr/>
        </p:nvCxnSpPr>
        <p:spPr>
          <a:xfrm>
            <a:off x="89281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89408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89535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>
            <a:off x="89662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>
            <a:off x="8978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>
            <a:off x="8991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>
            <a:off x="9004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>
            <a:off x="9017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>
            <a:off x="9029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>
            <a:off x="9042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>
            <a:off x="9055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9067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9080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>
            <a:off x="9093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>
            <a:off x="91059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>
            <a:off x="9118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>
            <a:off x="9131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9144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9156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9169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9182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9194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9207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V="1">
            <a:off x="92202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9232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9245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9258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9271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9283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9296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9309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9321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9334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9347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V="1">
            <a:off x="93599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V="1">
            <a:off x="93726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V="1">
            <a:off x="93853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V="1">
            <a:off x="93980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 flipV="1">
            <a:off x="94107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 flipV="1">
            <a:off x="94234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 flipV="1">
            <a:off x="94361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 flipV="1">
            <a:off x="94488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 flipV="1">
            <a:off x="94615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 flipV="1">
            <a:off x="94742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V="1">
            <a:off x="94869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V="1">
            <a:off x="94996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95123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95250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95377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95504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 flipV="1">
            <a:off x="95631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V="1">
            <a:off x="95758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V="1">
            <a:off x="95885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>
            <a:off x="96012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>
            <a:off x="96139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>
            <a:off x="96266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>
            <a:off x="96393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>
            <a:off x="96520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>
            <a:off x="96647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>
            <a:off x="96774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>
            <a:off x="96901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97028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97155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97282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>
            <a:off x="97409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>
            <a:off x="97536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>
            <a:off x="97663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97790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97917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98044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>
            <a:off x="98171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98298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9842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>
            <a:off x="9855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>
            <a:off x="9867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9880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>
            <a:off x="9893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>
            <a:off x="9906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>
            <a:off x="9918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>
            <a:off x="9931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>
            <a:off x="9944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>
            <a:off x="9956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>
            <a:off x="99695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>
            <a:off x="9982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>
            <a:off x="9994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>
            <a:off x="10007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>
            <a:off x="10020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10033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10045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10058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>
            <a:off x="10071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V="1">
            <a:off x="100838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>
            <a:off x="10096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>
            <a:off x="10109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10121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10134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>
            <a:off x="10147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>
            <a:off x="10160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>
            <a:off x="10172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>
            <a:off x="10185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>
            <a:off x="10198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1" name="Connector 1070"/>
          <p:cNvCxnSpPr/>
          <p:nvPr/>
        </p:nvCxnSpPr>
        <p:spPr>
          <a:xfrm>
            <a:off x="10210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Connector 1071"/>
          <p:cNvCxnSpPr/>
          <p:nvPr/>
        </p:nvCxnSpPr>
        <p:spPr>
          <a:xfrm flipV="1">
            <a:off x="102235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3" name="Connector 1072"/>
          <p:cNvCxnSpPr/>
          <p:nvPr/>
        </p:nvCxnSpPr>
        <p:spPr>
          <a:xfrm flipV="1">
            <a:off x="102362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 flipV="1">
            <a:off x="102489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5" name="Connector 1074"/>
          <p:cNvCxnSpPr/>
          <p:nvPr/>
        </p:nvCxnSpPr>
        <p:spPr>
          <a:xfrm flipV="1">
            <a:off x="102616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Connector 1075"/>
          <p:cNvCxnSpPr/>
          <p:nvPr/>
        </p:nvCxnSpPr>
        <p:spPr>
          <a:xfrm flipV="1">
            <a:off x="102743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7" name="Connector 1076"/>
          <p:cNvCxnSpPr/>
          <p:nvPr/>
        </p:nvCxnSpPr>
        <p:spPr>
          <a:xfrm flipV="1">
            <a:off x="102870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8" name="Connector 1077"/>
          <p:cNvCxnSpPr/>
          <p:nvPr/>
        </p:nvCxnSpPr>
        <p:spPr>
          <a:xfrm flipV="1">
            <a:off x="102997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9" name="Connector 1078"/>
          <p:cNvCxnSpPr/>
          <p:nvPr/>
        </p:nvCxnSpPr>
        <p:spPr>
          <a:xfrm flipV="1">
            <a:off x="103124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0" name="Connector 1079"/>
          <p:cNvCxnSpPr/>
          <p:nvPr/>
        </p:nvCxnSpPr>
        <p:spPr>
          <a:xfrm flipV="1">
            <a:off x="103251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1" name="Connector 1080"/>
          <p:cNvCxnSpPr/>
          <p:nvPr/>
        </p:nvCxnSpPr>
        <p:spPr>
          <a:xfrm flipV="1">
            <a:off x="103378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Connector 1081"/>
          <p:cNvCxnSpPr/>
          <p:nvPr/>
        </p:nvCxnSpPr>
        <p:spPr>
          <a:xfrm flipV="1">
            <a:off x="103505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3" name="Connector 1082"/>
          <p:cNvCxnSpPr/>
          <p:nvPr/>
        </p:nvCxnSpPr>
        <p:spPr>
          <a:xfrm flipV="1">
            <a:off x="103632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4" name="Connector 1083"/>
          <p:cNvCxnSpPr/>
          <p:nvPr/>
        </p:nvCxnSpPr>
        <p:spPr>
          <a:xfrm flipV="1">
            <a:off x="103759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5" name="Connector 1084"/>
          <p:cNvCxnSpPr/>
          <p:nvPr/>
        </p:nvCxnSpPr>
        <p:spPr>
          <a:xfrm flipV="1">
            <a:off x="103886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 flipV="1">
            <a:off x="104013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 flipV="1">
            <a:off x="104140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 flipV="1">
            <a:off x="104267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 flipV="1">
            <a:off x="104394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 flipV="1">
            <a:off x="104521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10464800" y="2612390"/>
            <a:ext cx="12700" cy="4148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>
            <a:off x="10477500" y="2653871"/>
            <a:ext cx="12700" cy="1149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>
            <a:off x="10490200" y="2768808"/>
            <a:ext cx="12700" cy="16341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10502900" y="2932221"/>
            <a:ext cx="12700" cy="18025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>
            <a:off x="10515600" y="3112472"/>
            <a:ext cx="12700" cy="1686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10528300" y="3281116"/>
            <a:ext cx="12700" cy="1385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10541000" y="3419651"/>
            <a:ext cx="12700" cy="10163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10553700" y="3521284"/>
            <a:ext cx="12700" cy="672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>
            <a:off x="10566400" y="3588518"/>
            <a:ext cx="12700" cy="403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10579100" y="3628868"/>
            <a:ext cx="12700" cy="220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>
            <a:off x="10591800" y="3650923"/>
            <a:ext cx="12700" cy="110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 1101"/>
          <p:cNvCxnSpPr/>
          <p:nvPr/>
        </p:nvCxnSpPr>
        <p:spPr>
          <a:xfrm>
            <a:off x="10604500" y="3661935"/>
            <a:ext cx="12700" cy="503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Connector 1102"/>
          <p:cNvCxnSpPr/>
          <p:nvPr/>
        </p:nvCxnSpPr>
        <p:spPr>
          <a:xfrm>
            <a:off x="10617200" y="3666966"/>
            <a:ext cx="12700" cy="210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 1103"/>
          <p:cNvCxnSpPr/>
          <p:nvPr/>
        </p:nvCxnSpPr>
        <p:spPr>
          <a:xfrm>
            <a:off x="10629900" y="3669073"/>
            <a:ext cx="12700" cy="81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10642600" y="3669883"/>
            <a:ext cx="12700" cy="28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>
            <a:off x="10655300" y="3670169"/>
            <a:ext cx="12700" cy="9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0668000" y="3670262"/>
            <a:ext cx="12700" cy="2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>
            <a:off x="10680700" y="3670289"/>
            <a:ext cx="12700" cy="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10693400" y="36702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0" name="Connector 1109"/>
          <p:cNvCxnSpPr/>
          <p:nvPr/>
        </p:nvCxnSpPr>
        <p:spPr>
          <a:xfrm>
            <a:off x="107061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1" name="Connector 1110"/>
          <p:cNvCxnSpPr/>
          <p:nvPr/>
        </p:nvCxnSpPr>
        <p:spPr>
          <a:xfrm>
            <a:off x="107188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107315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>
            <a:off x="107442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>
            <a:off x="107569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>
            <a:off x="107696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107823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>
            <a:off x="107950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8" name="Connector 1117"/>
          <p:cNvCxnSpPr/>
          <p:nvPr/>
        </p:nvCxnSpPr>
        <p:spPr>
          <a:xfrm>
            <a:off x="108077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9" name="Connector 1118"/>
          <p:cNvCxnSpPr/>
          <p:nvPr/>
        </p:nvCxnSpPr>
        <p:spPr>
          <a:xfrm>
            <a:off x="10820400" y="36702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0" name="Connector 1119"/>
          <p:cNvCxnSpPr/>
          <p:nvPr/>
        </p:nvCxnSpPr>
        <p:spPr>
          <a:xfrm>
            <a:off x="10833100" y="36702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1" name="Connector 1120"/>
          <p:cNvCxnSpPr/>
          <p:nvPr/>
        </p:nvCxnSpPr>
        <p:spPr>
          <a:xfrm>
            <a:off x="10845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2" name="Connector 1121"/>
          <p:cNvCxnSpPr/>
          <p:nvPr/>
        </p:nvCxnSpPr>
        <p:spPr>
          <a:xfrm>
            <a:off x="10858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3" name="Connector 1122"/>
          <p:cNvCxnSpPr/>
          <p:nvPr/>
        </p:nvCxnSpPr>
        <p:spPr>
          <a:xfrm>
            <a:off x="10871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4" name="Connector 1123"/>
          <p:cNvCxnSpPr/>
          <p:nvPr/>
        </p:nvCxnSpPr>
        <p:spPr>
          <a:xfrm>
            <a:off x="10883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5" name="Connector 1124"/>
          <p:cNvCxnSpPr/>
          <p:nvPr/>
        </p:nvCxnSpPr>
        <p:spPr>
          <a:xfrm>
            <a:off x="10896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Connector 1125"/>
          <p:cNvCxnSpPr/>
          <p:nvPr/>
        </p:nvCxnSpPr>
        <p:spPr>
          <a:xfrm>
            <a:off x="109093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7" name="Connector 1126"/>
          <p:cNvCxnSpPr/>
          <p:nvPr/>
        </p:nvCxnSpPr>
        <p:spPr>
          <a:xfrm>
            <a:off x="109220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 1127"/>
          <p:cNvCxnSpPr/>
          <p:nvPr/>
        </p:nvCxnSpPr>
        <p:spPr>
          <a:xfrm>
            <a:off x="109347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Connector 1128"/>
          <p:cNvCxnSpPr/>
          <p:nvPr/>
        </p:nvCxnSpPr>
        <p:spPr>
          <a:xfrm>
            <a:off x="109474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 1129"/>
          <p:cNvCxnSpPr/>
          <p:nvPr/>
        </p:nvCxnSpPr>
        <p:spPr>
          <a:xfrm>
            <a:off x="109601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Connector 1130"/>
          <p:cNvCxnSpPr/>
          <p:nvPr/>
        </p:nvCxnSpPr>
        <p:spPr>
          <a:xfrm>
            <a:off x="109728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2" name="Connector 1131"/>
          <p:cNvCxnSpPr/>
          <p:nvPr/>
        </p:nvCxnSpPr>
        <p:spPr>
          <a:xfrm>
            <a:off x="109855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3" name="Connector 1132"/>
          <p:cNvCxnSpPr/>
          <p:nvPr/>
        </p:nvCxnSpPr>
        <p:spPr>
          <a:xfrm>
            <a:off x="109982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4" name="Connector 1133"/>
          <p:cNvCxnSpPr/>
          <p:nvPr/>
        </p:nvCxnSpPr>
        <p:spPr>
          <a:xfrm>
            <a:off x="110109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5" name="Connector 1134"/>
          <p:cNvCxnSpPr/>
          <p:nvPr/>
        </p:nvCxnSpPr>
        <p:spPr>
          <a:xfrm>
            <a:off x="11023600" y="36703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6" name="Connector 1135"/>
          <p:cNvCxnSpPr/>
          <p:nvPr/>
        </p:nvCxnSpPr>
        <p:spPr>
          <a:xfrm>
            <a:off x="6350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7" name="Connector 1136"/>
          <p:cNvCxnSpPr/>
          <p:nvPr/>
        </p:nvCxnSpPr>
        <p:spPr>
          <a:xfrm>
            <a:off x="6362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8" name="Connector 1137"/>
          <p:cNvCxnSpPr/>
          <p:nvPr/>
        </p:nvCxnSpPr>
        <p:spPr>
          <a:xfrm>
            <a:off x="6375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Connector 1138"/>
          <p:cNvCxnSpPr/>
          <p:nvPr/>
        </p:nvCxnSpPr>
        <p:spPr>
          <a:xfrm>
            <a:off x="6388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0" name="Connector 1139"/>
          <p:cNvCxnSpPr/>
          <p:nvPr/>
        </p:nvCxnSpPr>
        <p:spPr>
          <a:xfrm>
            <a:off x="6400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1" name="Connector 1140"/>
          <p:cNvCxnSpPr/>
          <p:nvPr/>
        </p:nvCxnSpPr>
        <p:spPr>
          <a:xfrm>
            <a:off x="6413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2" name="Connector 1141"/>
          <p:cNvCxnSpPr/>
          <p:nvPr/>
        </p:nvCxnSpPr>
        <p:spPr>
          <a:xfrm>
            <a:off x="6426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3" name="Connector 1142"/>
          <p:cNvCxnSpPr/>
          <p:nvPr/>
        </p:nvCxnSpPr>
        <p:spPr>
          <a:xfrm>
            <a:off x="6438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4" name="Connector 1143"/>
          <p:cNvCxnSpPr/>
          <p:nvPr/>
        </p:nvCxnSpPr>
        <p:spPr>
          <a:xfrm>
            <a:off x="6451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Connector 1144"/>
          <p:cNvCxnSpPr/>
          <p:nvPr/>
        </p:nvCxnSpPr>
        <p:spPr>
          <a:xfrm>
            <a:off x="6464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Connector 1145"/>
          <p:cNvCxnSpPr/>
          <p:nvPr/>
        </p:nvCxnSpPr>
        <p:spPr>
          <a:xfrm>
            <a:off x="6477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7" name="Connector 1146"/>
          <p:cNvCxnSpPr/>
          <p:nvPr/>
        </p:nvCxnSpPr>
        <p:spPr>
          <a:xfrm>
            <a:off x="6489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8" name="Connector 1147"/>
          <p:cNvCxnSpPr/>
          <p:nvPr/>
        </p:nvCxnSpPr>
        <p:spPr>
          <a:xfrm>
            <a:off x="6502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9" name="Connector 1148"/>
          <p:cNvCxnSpPr/>
          <p:nvPr/>
        </p:nvCxnSpPr>
        <p:spPr>
          <a:xfrm>
            <a:off x="6515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0" name="Connector 1149"/>
          <p:cNvCxnSpPr/>
          <p:nvPr/>
        </p:nvCxnSpPr>
        <p:spPr>
          <a:xfrm>
            <a:off x="6527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1" name="Connector 1150"/>
          <p:cNvCxnSpPr/>
          <p:nvPr/>
        </p:nvCxnSpPr>
        <p:spPr>
          <a:xfrm>
            <a:off x="6540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2" name="Connector 1151"/>
          <p:cNvCxnSpPr/>
          <p:nvPr/>
        </p:nvCxnSpPr>
        <p:spPr>
          <a:xfrm>
            <a:off x="6553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3" name="Connector 1152"/>
          <p:cNvCxnSpPr/>
          <p:nvPr/>
        </p:nvCxnSpPr>
        <p:spPr>
          <a:xfrm>
            <a:off x="6565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4" name="Connector 1153"/>
          <p:cNvCxnSpPr/>
          <p:nvPr/>
        </p:nvCxnSpPr>
        <p:spPr>
          <a:xfrm>
            <a:off x="6578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5" name="Connector 1154"/>
          <p:cNvCxnSpPr/>
          <p:nvPr/>
        </p:nvCxnSpPr>
        <p:spPr>
          <a:xfrm>
            <a:off x="6591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6" name="Connector 1155"/>
          <p:cNvCxnSpPr/>
          <p:nvPr/>
        </p:nvCxnSpPr>
        <p:spPr>
          <a:xfrm>
            <a:off x="6604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7" name="Connector 1156"/>
          <p:cNvCxnSpPr/>
          <p:nvPr/>
        </p:nvCxnSpPr>
        <p:spPr>
          <a:xfrm>
            <a:off x="6616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8" name="Connector 1157"/>
          <p:cNvCxnSpPr/>
          <p:nvPr/>
        </p:nvCxnSpPr>
        <p:spPr>
          <a:xfrm>
            <a:off x="6629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9" name="Connector 1158"/>
          <p:cNvCxnSpPr/>
          <p:nvPr/>
        </p:nvCxnSpPr>
        <p:spPr>
          <a:xfrm>
            <a:off x="6642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0" name="Connector 1159"/>
          <p:cNvCxnSpPr/>
          <p:nvPr/>
        </p:nvCxnSpPr>
        <p:spPr>
          <a:xfrm>
            <a:off x="6654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1" name="Connector 1160"/>
          <p:cNvCxnSpPr/>
          <p:nvPr/>
        </p:nvCxnSpPr>
        <p:spPr>
          <a:xfrm>
            <a:off x="6667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2" name="Connector 1161"/>
          <p:cNvCxnSpPr/>
          <p:nvPr/>
        </p:nvCxnSpPr>
        <p:spPr>
          <a:xfrm>
            <a:off x="6680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3" name="Connector 1162"/>
          <p:cNvCxnSpPr/>
          <p:nvPr/>
        </p:nvCxnSpPr>
        <p:spPr>
          <a:xfrm>
            <a:off x="6692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4" name="Connector 1163"/>
          <p:cNvCxnSpPr/>
          <p:nvPr/>
        </p:nvCxnSpPr>
        <p:spPr>
          <a:xfrm>
            <a:off x="6705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5" name="Connector 1164"/>
          <p:cNvCxnSpPr/>
          <p:nvPr/>
        </p:nvCxnSpPr>
        <p:spPr>
          <a:xfrm>
            <a:off x="6718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6" name="Connector 1165"/>
          <p:cNvCxnSpPr/>
          <p:nvPr/>
        </p:nvCxnSpPr>
        <p:spPr>
          <a:xfrm>
            <a:off x="6731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7" name="Connector 1166"/>
          <p:cNvCxnSpPr/>
          <p:nvPr/>
        </p:nvCxnSpPr>
        <p:spPr>
          <a:xfrm>
            <a:off x="6743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8" name="Connector 1167"/>
          <p:cNvCxnSpPr/>
          <p:nvPr/>
        </p:nvCxnSpPr>
        <p:spPr>
          <a:xfrm>
            <a:off x="6756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9" name="Connector 1168"/>
          <p:cNvCxnSpPr/>
          <p:nvPr/>
        </p:nvCxnSpPr>
        <p:spPr>
          <a:xfrm>
            <a:off x="6769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0" name="Connector 1169"/>
          <p:cNvCxnSpPr/>
          <p:nvPr/>
        </p:nvCxnSpPr>
        <p:spPr>
          <a:xfrm>
            <a:off x="6781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1" name="Connector 1170"/>
          <p:cNvCxnSpPr/>
          <p:nvPr/>
        </p:nvCxnSpPr>
        <p:spPr>
          <a:xfrm>
            <a:off x="6794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2" name="Connector 1171"/>
          <p:cNvCxnSpPr/>
          <p:nvPr/>
        </p:nvCxnSpPr>
        <p:spPr>
          <a:xfrm>
            <a:off x="6807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3" name="Connector 1172"/>
          <p:cNvCxnSpPr/>
          <p:nvPr/>
        </p:nvCxnSpPr>
        <p:spPr>
          <a:xfrm>
            <a:off x="6819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4" name="Connector 1173"/>
          <p:cNvCxnSpPr/>
          <p:nvPr/>
        </p:nvCxnSpPr>
        <p:spPr>
          <a:xfrm>
            <a:off x="6832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5" name="Connector 1174"/>
          <p:cNvCxnSpPr/>
          <p:nvPr/>
        </p:nvCxnSpPr>
        <p:spPr>
          <a:xfrm flipV="1">
            <a:off x="68453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6" name="Connector 1175"/>
          <p:cNvCxnSpPr/>
          <p:nvPr/>
        </p:nvCxnSpPr>
        <p:spPr>
          <a:xfrm>
            <a:off x="6858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7" name="Connector 1176"/>
          <p:cNvCxnSpPr/>
          <p:nvPr/>
        </p:nvCxnSpPr>
        <p:spPr>
          <a:xfrm>
            <a:off x="6870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8" name="Connector 1177"/>
          <p:cNvCxnSpPr/>
          <p:nvPr/>
        </p:nvCxnSpPr>
        <p:spPr>
          <a:xfrm>
            <a:off x="6883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9" name="Connector 1178"/>
          <p:cNvCxnSpPr/>
          <p:nvPr/>
        </p:nvCxnSpPr>
        <p:spPr>
          <a:xfrm>
            <a:off x="6896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0" name="Connector 1179"/>
          <p:cNvCxnSpPr/>
          <p:nvPr/>
        </p:nvCxnSpPr>
        <p:spPr>
          <a:xfrm>
            <a:off x="6908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1" name="Connector 1180"/>
          <p:cNvCxnSpPr/>
          <p:nvPr/>
        </p:nvCxnSpPr>
        <p:spPr>
          <a:xfrm>
            <a:off x="6921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2" name="Connector 1181"/>
          <p:cNvCxnSpPr/>
          <p:nvPr/>
        </p:nvCxnSpPr>
        <p:spPr>
          <a:xfrm>
            <a:off x="6934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3" name="Connector 1182"/>
          <p:cNvCxnSpPr/>
          <p:nvPr/>
        </p:nvCxnSpPr>
        <p:spPr>
          <a:xfrm>
            <a:off x="6946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4" name="Connector 1183"/>
          <p:cNvCxnSpPr/>
          <p:nvPr/>
        </p:nvCxnSpPr>
        <p:spPr>
          <a:xfrm>
            <a:off x="6959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5" name="Connector 1184"/>
          <p:cNvCxnSpPr/>
          <p:nvPr/>
        </p:nvCxnSpPr>
        <p:spPr>
          <a:xfrm>
            <a:off x="6972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6" name="Connector 1185"/>
          <p:cNvCxnSpPr/>
          <p:nvPr/>
        </p:nvCxnSpPr>
        <p:spPr>
          <a:xfrm flipV="1">
            <a:off x="69850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7" name="Connector 1186"/>
          <p:cNvCxnSpPr/>
          <p:nvPr/>
        </p:nvCxnSpPr>
        <p:spPr>
          <a:xfrm flipV="1">
            <a:off x="69977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8" name="Connector 1187"/>
          <p:cNvCxnSpPr/>
          <p:nvPr/>
        </p:nvCxnSpPr>
        <p:spPr>
          <a:xfrm flipV="1">
            <a:off x="70104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9" name="Connector 1188"/>
          <p:cNvCxnSpPr/>
          <p:nvPr/>
        </p:nvCxnSpPr>
        <p:spPr>
          <a:xfrm flipV="1">
            <a:off x="70231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0" name="Connector 1189"/>
          <p:cNvCxnSpPr/>
          <p:nvPr/>
        </p:nvCxnSpPr>
        <p:spPr>
          <a:xfrm flipV="1">
            <a:off x="70358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1" name="Connector 1190"/>
          <p:cNvCxnSpPr/>
          <p:nvPr/>
        </p:nvCxnSpPr>
        <p:spPr>
          <a:xfrm flipV="1">
            <a:off x="70485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2" name="Connector 1191"/>
          <p:cNvCxnSpPr/>
          <p:nvPr/>
        </p:nvCxnSpPr>
        <p:spPr>
          <a:xfrm flipV="1">
            <a:off x="70612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3" name="Connector 1192"/>
          <p:cNvCxnSpPr/>
          <p:nvPr/>
        </p:nvCxnSpPr>
        <p:spPr>
          <a:xfrm flipV="1">
            <a:off x="70739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4" name="Connector 1193"/>
          <p:cNvCxnSpPr/>
          <p:nvPr/>
        </p:nvCxnSpPr>
        <p:spPr>
          <a:xfrm flipV="1">
            <a:off x="70866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5" name="Connector 1194"/>
          <p:cNvCxnSpPr/>
          <p:nvPr/>
        </p:nvCxnSpPr>
        <p:spPr>
          <a:xfrm flipV="1">
            <a:off x="70993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6" name="Connector 1195"/>
          <p:cNvCxnSpPr/>
          <p:nvPr/>
        </p:nvCxnSpPr>
        <p:spPr>
          <a:xfrm flipV="1">
            <a:off x="71120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Connector 1196"/>
          <p:cNvCxnSpPr/>
          <p:nvPr/>
        </p:nvCxnSpPr>
        <p:spPr>
          <a:xfrm flipV="1">
            <a:off x="71247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8" name="Connector 1197"/>
          <p:cNvCxnSpPr/>
          <p:nvPr/>
        </p:nvCxnSpPr>
        <p:spPr>
          <a:xfrm flipV="1">
            <a:off x="71374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Connector 1198"/>
          <p:cNvCxnSpPr/>
          <p:nvPr/>
        </p:nvCxnSpPr>
        <p:spPr>
          <a:xfrm flipV="1">
            <a:off x="71501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0" name="Connector 1199"/>
          <p:cNvCxnSpPr/>
          <p:nvPr/>
        </p:nvCxnSpPr>
        <p:spPr>
          <a:xfrm flipV="1">
            <a:off x="71628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1" name="Connector 1200"/>
          <p:cNvCxnSpPr/>
          <p:nvPr/>
        </p:nvCxnSpPr>
        <p:spPr>
          <a:xfrm flipV="1">
            <a:off x="71755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2" name="Connector 1201"/>
          <p:cNvCxnSpPr/>
          <p:nvPr/>
        </p:nvCxnSpPr>
        <p:spPr>
          <a:xfrm flipV="1">
            <a:off x="71882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3" name="Connector 1202"/>
          <p:cNvCxnSpPr/>
          <p:nvPr/>
        </p:nvCxnSpPr>
        <p:spPr>
          <a:xfrm flipV="1">
            <a:off x="72009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4" name="Connector 1203"/>
          <p:cNvCxnSpPr/>
          <p:nvPr/>
        </p:nvCxnSpPr>
        <p:spPr>
          <a:xfrm flipV="1">
            <a:off x="72136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5" name="Connector 1204"/>
          <p:cNvCxnSpPr/>
          <p:nvPr/>
        </p:nvCxnSpPr>
        <p:spPr>
          <a:xfrm>
            <a:off x="72263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6" name="Connector 1205"/>
          <p:cNvCxnSpPr/>
          <p:nvPr/>
        </p:nvCxnSpPr>
        <p:spPr>
          <a:xfrm>
            <a:off x="72390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7" name="Connector 1206"/>
          <p:cNvCxnSpPr/>
          <p:nvPr/>
        </p:nvCxnSpPr>
        <p:spPr>
          <a:xfrm>
            <a:off x="72517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8" name="Connector 1207"/>
          <p:cNvCxnSpPr/>
          <p:nvPr/>
        </p:nvCxnSpPr>
        <p:spPr>
          <a:xfrm>
            <a:off x="72644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9" name="Connector 1208"/>
          <p:cNvCxnSpPr/>
          <p:nvPr/>
        </p:nvCxnSpPr>
        <p:spPr>
          <a:xfrm>
            <a:off x="72771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0" name="Connector 1209"/>
          <p:cNvCxnSpPr/>
          <p:nvPr/>
        </p:nvCxnSpPr>
        <p:spPr>
          <a:xfrm>
            <a:off x="72898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1" name="Connector 1210"/>
          <p:cNvCxnSpPr/>
          <p:nvPr/>
        </p:nvCxnSpPr>
        <p:spPr>
          <a:xfrm>
            <a:off x="73025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2" name="Connector 1211"/>
          <p:cNvCxnSpPr/>
          <p:nvPr/>
        </p:nvCxnSpPr>
        <p:spPr>
          <a:xfrm>
            <a:off x="73152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3" name="Connector 1212"/>
          <p:cNvCxnSpPr/>
          <p:nvPr/>
        </p:nvCxnSpPr>
        <p:spPr>
          <a:xfrm>
            <a:off x="73279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4" name="Connector 1213"/>
          <p:cNvCxnSpPr/>
          <p:nvPr/>
        </p:nvCxnSpPr>
        <p:spPr>
          <a:xfrm>
            <a:off x="73406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5" name="Connector 1214"/>
          <p:cNvCxnSpPr/>
          <p:nvPr/>
        </p:nvCxnSpPr>
        <p:spPr>
          <a:xfrm>
            <a:off x="73533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6" name="Connector 1215"/>
          <p:cNvCxnSpPr/>
          <p:nvPr/>
        </p:nvCxnSpPr>
        <p:spPr>
          <a:xfrm>
            <a:off x="73660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7" name="Connector 1216"/>
          <p:cNvCxnSpPr/>
          <p:nvPr/>
        </p:nvCxnSpPr>
        <p:spPr>
          <a:xfrm>
            <a:off x="73787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8" name="Connector 1217"/>
          <p:cNvCxnSpPr/>
          <p:nvPr/>
        </p:nvCxnSpPr>
        <p:spPr>
          <a:xfrm>
            <a:off x="73914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9" name="Connector 1218"/>
          <p:cNvCxnSpPr/>
          <p:nvPr/>
        </p:nvCxnSpPr>
        <p:spPr>
          <a:xfrm>
            <a:off x="74041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0" name="Connector 1219"/>
          <p:cNvCxnSpPr/>
          <p:nvPr/>
        </p:nvCxnSpPr>
        <p:spPr>
          <a:xfrm>
            <a:off x="74168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1" name="Connector 1220"/>
          <p:cNvCxnSpPr/>
          <p:nvPr/>
        </p:nvCxnSpPr>
        <p:spPr>
          <a:xfrm>
            <a:off x="74295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2" name="Connector 1221"/>
          <p:cNvCxnSpPr/>
          <p:nvPr/>
        </p:nvCxnSpPr>
        <p:spPr>
          <a:xfrm>
            <a:off x="74422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3" name="Connector 1222"/>
          <p:cNvCxnSpPr/>
          <p:nvPr/>
        </p:nvCxnSpPr>
        <p:spPr>
          <a:xfrm>
            <a:off x="74549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4" name="Connector 1223"/>
          <p:cNvCxnSpPr/>
          <p:nvPr/>
        </p:nvCxnSpPr>
        <p:spPr>
          <a:xfrm>
            <a:off x="7467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5" name="Connector 1224"/>
          <p:cNvCxnSpPr/>
          <p:nvPr/>
        </p:nvCxnSpPr>
        <p:spPr>
          <a:xfrm>
            <a:off x="7480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6" name="Connector 1225"/>
          <p:cNvCxnSpPr/>
          <p:nvPr/>
        </p:nvCxnSpPr>
        <p:spPr>
          <a:xfrm>
            <a:off x="7493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7" name="Connector 1226"/>
          <p:cNvCxnSpPr/>
          <p:nvPr/>
        </p:nvCxnSpPr>
        <p:spPr>
          <a:xfrm>
            <a:off x="7505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8" name="Connector 1227"/>
          <p:cNvCxnSpPr/>
          <p:nvPr/>
        </p:nvCxnSpPr>
        <p:spPr>
          <a:xfrm>
            <a:off x="7518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9" name="Connector 1228"/>
          <p:cNvCxnSpPr/>
          <p:nvPr/>
        </p:nvCxnSpPr>
        <p:spPr>
          <a:xfrm>
            <a:off x="7531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" name="Connector 1229"/>
          <p:cNvCxnSpPr/>
          <p:nvPr/>
        </p:nvCxnSpPr>
        <p:spPr>
          <a:xfrm>
            <a:off x="7543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1" name="Connector 1230"/>
          <p:cNvCxnSpPr/>
          <p:nvPr/>
        </p:nvCxnSpPr>
        <p:spPr>
          <a:xfrm>
            <a:off x="7556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2" name="Connector 1231"/>
          <p:cNvCxnSpPr/>
          <p:nvPr/>
        </p:nvCxnSpPr>
        <p:spPr>
          <a:xfrm>
            <a:off x="7569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3" name="Connector 1232"/>
          <p:cNvCxnSpPr/>
          <p:nvPr/>
        </p:nvCxnSpPr>
        <p:spPr>
          <a:xfrm>
            <a:off x="7581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4" name="Connector 1233"/>
          <p:cNvCxnSpPr/>
          <p:nvPr/>
        </p:nvCxnSpPr>
        <p:spPr>
          <a:xfrm>
            <a:off x="75946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5" name="Connector 1234"/>
          <p:cNvCxnSpPr/>
          <p:nvPr/>
        </p:nvCxnSpPr>
        <p:spPr>
          <a:xfrm>
            <a:off x="7607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6" name="Connector 1235"/>
          <p:cNvCxnSpPr/>
          <p:nvPr/>
        </p:nvCxnSpPr>
        <p:spPr>
          <a:xfrm>
            <a:off x="7620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7" name="Connector 1236"/>
          <p:cNvCxnSpPr/>
          <p:nvPr/>
        </p:nvCxnSpPr>
        <p:spPr>
          <a:xfrm>
            <a:off x="7632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8" name="Connector 1237"/>
          <p:cNvCxnSpPr/>
          <p:nvPr/>
        </p:nvCxnSpPr>
        <p:spPr>
          <a:xfrm>
            <a:off x="7645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9" name="Connector 1238"/>
          <p:cNvCxnSpPr/>
          <p:nvPr/>
        </p:nvCxnSpPr>
        <p:spPr>
          <a:xfrm>
            <a:off x="7658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0" name="Connector 1239"/>
          <p:cNvCxnSpPr/>
          <p:nvPr/>
        </p:nvCxnSpPr>
        <p:spPr>
          <a:xfrm>
            <a:off x="7670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1" name="Connector 1240"/>
          <p:cNvCxnSpPr/>
          <p:nvPr/>
        </p:nvCxnSpPr>
        <p:spPr>
          <a:xfrm>
            <a:off x="7683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2" name="Connector 1241"/>
          <p:cNvCxnSpPr/>
          <p:nvPr/>
        </p:nvCxnSpPr>
        <p:spPr>
          <a:xfrm>
            <a:off x="7696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Connector 1242"/>
          <p:cNvCxnSpPr/>
          <p:nvPr/>
        </p:nvCxnSpPr>
        <p:spPr>
          <a:xfrm flipV="1">
            <a:off x="77089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4" name="Connector 1243"/>
          <p:cNvCxnSpPr/>
          <p:nvPr/>
        </p:nvCxnSpPr>
        <p:spPr>
          <a:xfrm>
            <a:off x="7721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5" name="Connector 1244"/>
          <p:cNvCxnSpPr/>
          <p:nvPr/>
        </p:nvCxnSpPr>
        <p:spPr>
          <a:xfrm>
            <a:off x="7734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6" name="Connector 1245"/>
          <p:cNvCxnSpPr/>
          <p:nvPr/>
        </p:nvCxnSpPr>
        <p:spPr>
          <a:xfrm>
            <a:off x="7747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7" name="Connector 1246"/>
          <p:cNvCxnSpPr/>
          <p:nvPr/>
        </p:nvCxnSpPr>
        <p:spPr>
          <a:xfrm>
            <a:off x="7759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8" name="Connector 1247"/>
          <p:cNvCxnSpPr/>
          <p:nvPr/>
        </p:nvCxnSpPr>
        <p:spPr>
          <a:xfrm>
            <a:off x="7772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9" name="Connector 1248"/>
          <p:cNvCxnSpPr/>
          <p:nvPr/>
        </p:nvCxnSpPr>
        <p:spPr>
          <a:xfrm>
            <a:off x="7785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0" name="Connector 1249"/>
          <p:cNvCxnSpPr/>
          <p:nvPr/>
        </p:nvCxnSpPr>
        <p:spPr>
          <a:xfrm>
            <a:off x="7797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1" name="Connector 1250"/>
          <p:cNvCxnSpPr/>
          <p:nvPr/>
        </p:nvCxnSpPr>
        <p:spPr>
          <a:xfrm>
            <a:off x="7810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2" name="Connector 1251"/>
          <p:cNvCxnSpPr/>
          <p:nvPr/>
        </p:nvCxnSpPr>
        <p:spPr>
          <a:xfrm>
            <a:off x="7823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3" name="Connector 1252"/>
          <p:cNvCxnSpPr/>
          <p:nvPr/>
        </p:nvCxnSpPr>
        <p:spPr>
          <a:xfrm>
            <a:off x="7835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4" name="Connector 1253"/>
          <p:cNvCxnSpPr/>
          <p:nvPr/>
        </p:nvCxnSpPr>
        <p:spPr>
          <a:xfrm flipV="1">
            <a:off x="78486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5" name="Connector 1254"/>
          <p:cNvCxnSpPr/>
          <p:nvPr/>
        </p:nvCxnSpPr>
        <p:spPr>
          <a:xfrm flipV="1">
            <a:off x="78613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6" name="Connector 1255"/>
          <p:cNvCxnSpPr/>
          <p:nvPr/>
        </p:nvCxnSpPr>
        <p:spPr>
          <a:xfrm flipV="1">
            <a:off x="78740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7" name="Connector 1256"/>
          <p:cNvCxnSpPr/>
          <p:nvPr/>
        </p:nvCxnSpPr>
        <p:spPr>
          <a:xfrm flipV="1">
            <a:off x="78867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8" name="Connector 1257"/>
          <p:cNvCxnSpPr/>
          <p:nvPr/>
        </p:nvCxnSpPr>
        <p:spPr>
          <a:xfrm flipV="1">
            <a:off x="78994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9" name="Connector 1258"/>
          <p:cNvCxnSpPr/>
          <p:nvPr/>
        </p:nvCxnSpPr>
        <p:spPr>
          <a:xfrm flipV="1">
            <a:off x="79121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0" name="Connector 1259"/>
          <p:cNvCxnSpPr/>
          <p:nvPr/>
        </p:nvCxnSpPr>
        <p:spPr>
          <a:xfrm flipV="1">
            <a:off x="79248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1" name="Connector 1260"/>
          <p:cNvCxnSpPr/>
          <p:nvPr/>
        </p:nvCxnSpPr>
        <p:spPr>
          <a:xfrm flipV="1">
            <a:off x="79375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2" name="Connector 1261"/>
          <p:cNvCxnSpPr/>
          <p:nvPr/>
        </p:nvCxnSpPr>
        <p:spPr>
          <a:xfrm flipV="1">
            <a:off x="79502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3" name="Connector 1262"/>
          <p:cNvCxnSpPr/>
          <p:nvPr/>
        </p:nvCxnSpPr>
        <p:spPr>
          <a:xfrm flipV="1">
            <a:off x="79629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4" name="Connector 1263"/>
          <p:cNvCxnSpPr/>
          <p:nvPr/>
        </p:nvCxnSpPr>
        <p:spPr>
          <a:xfrm flipV="1">
            <a:off x="79756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5" name="Connector 1264"/>
          <p:cNvCxnSpPr/>
          <p:nvPr/>
        </p:nvCxnSpPr>
        <p:spPr>
          <a:xfrm flipV="1">
            <a:off x="79883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6" name="Connector 1265"/>
          <p:cNvCxnSpPr/>
          <p:nvPr/>
        </p:nvCxnSpPr>
        <p:spPr>
          <a:xfrm flipV="1">
            <a:off x="80010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7" name="Connector 1266"/>
          <p:cNvCxnSpPr/>
          <p:nvPr/>
        </p:nvCxnSpPr>
        <p:spPr>
          <a:xfrm flipV="1">
            <a:off x="80137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8" name="Connector 1267"/>
          <p:cNvCxnSpPr/>
          <p:nvPr/>
        </p:nvCxnSpPr>
        <p:spPr>
          <a:xfrm flipV="1">
            <a:off x="80264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9" name="Connector 1268"/>
          <p:cNvCxnSpPr/>
          <p:nvPr/>
        </p:nvCxnSpPr>
        <p:spPr>
          <a:xfrm flipV="1">
            <a:off x="80391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0" name="Connector 1269"/>
          <p:cNvCxnSpPr/>
          <p:nvPr/>
        </p:nvCxnSpPr>
        <p:spPr>
          <a:xfrm flipV="1">
            <a:off x="80518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1" name="Connector 1270"/>
          <p:cNvCxnSpPr/>
          <p:nvPr/>
        </p:nvCxnSpPr>
        <p:spPr>
          <a:xfrm flipV="1">
            <a:off x="80645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2" name="Connector 1271"/>
          <p:cNvCxnSpPr/>
          <p:nvPr/>
        </p:nvCxnSpPr>
        <p:spPr>
          <a:xfrm flipV="1">
            <a:off x="80772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3" name="Connector 1272"/>
          <p:cNvCxnSpPr/>
          <p:nvPr/>
        </p:nvCxnSpPr>
        <p:spPr>
          <a:xfrm>
            <a:off x="80899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4" name="Connector 1273"/>
          <p:cNvCxnSpPr/>
          <p:nvPr/>
        </p:nvCxnSpPr>
        <p:spPr>
          <a:xfrm>
            <a:off x="81026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5" name="Connector 1274"/>
          <p:cNvCxnSpPr/>
          <p:nvPr/>
        </p:nvCxnSpPr>
        <p:spPr>
          <a:xfrm>
            <a:off x="81153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6" name="Connector 1275"/>
          <p:cNvCxnSpPr/>
          <p:nvPr/>
        </p:nvCxnSpPr>
        <p:spPr>
          <a:xfrm>
            <a:off x="81280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7" name="Connector 1276"/>
          <p:cNvCxnSpPr/>
          <p:nvPr/>
        </p:nvCxnSpPr>
        <p:spPr>
          <a:xfrm>
            <a:off x="81407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8" name="Connector 1277"/>
          <p:cNvCxnSpPr/>
          <p:nvPr/>
        </p:nvCxnSpPr>
        <p:spPr>
          <a:xfrm>
            <a:off x="81534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9" name="Connector 1278"/>
          <p:cNvCxnSpPr/>
          <p:nvPr/>
        </p:nvCxnSpPr>
        <p:spPr>
          <a:xfrm>
            <a:off x="81661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0" name="Connector 1279"/>
          <p:cNvCxnSpPr/>
          <p:nvPr/>
        </p:nvCxnSpPr>
        <p:spPr>
          <a:xfrm>
            <a:off x="81788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1" name="Connector 1280"/>
          <p:cNvCxnSpPr/>
          <p:nvPr/>
        </p:nvCxnSpPr>
        <p:spPr>
          <a:xfrm>
            <a:off x="81915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 1281"/>
          <p:cNvCxnSpPr/>
          <p:nvPr/>
        </p:nvCxnSpPr>
        <p:spPr>
          <a:xfrm>
            <a:off x="82042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3" name="Connector 1282"/>
          <p:cNvCxnSpPr/>
          <p:nvPr/>
        </p:nvCxnSpPr>
        <p:spPr>
          <a:xfrm>
            <a:off x="82169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4" name="Connector 1283"/>
          <p:cNvCxnSpPr/>
          <p:nvPr/>
        </p:nvCxnSpPr>
        <p:spPr>
          <a:xfrm>
            <a:off x="82296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5" name="Connector 1284"/>
          <p:cNvCxnSpPr/>
          <p:nvPr/>
        </p:nvCxnSpPr>
        <p:spPr>
          <a:xfrm>
            <a:off x="82423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6" name="Connector 1285"/>
          <p:cNvCxnSpPr/>
          <p:nvPr/>
        </p:nvCxnSpPr>
        <p:spPr>
          <a:xfrm>
            <a:off x="82550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7" name="Connector 1286"/>
          <p:cNvCxnSpPr/>
          <p:nvPr/>
        </p:nvCxnSpPr>
        <p:spPr>
          <a:xfrm>
            <a:off x="82677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8" name="Connector 1287"/>
          <p:cNvCxnSpPr/>
          <p:nvPr/>
        </p:nvCxnSpPr>
        <p:spPr>
          <a:xfrm>
            <a:off x="82804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9" name="Connector 1288"/>
          <p:cNvCxnSpPr/>
          <p:nvPr/>
        </p:nvCxnSpPr>
        <p:spPr>
          <a:xfrm>
            <a:off x="82931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0" name="Connector 1289"/>
          <p:cNvCxnSpPr/>
          <p:nvPr/>
        </p:nvCxnSpPr>
        <p:spPr>
          <a:xfrm>
            <a:off x="83058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1" name="Connector 1290"/>
          <p:cNvCxnSpPr/>
          <p:nvPr/>
        </p:nvCxnSpPr>
        <p:spPr>
          <a:xfrm>
            <a:off x="83185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2" name="Connector 1291"/>
          <p:cNvCxnSpPr/>
          <p:nvPr/>
        </p:nvCxnSpPr>
        <p:spPr>
          <a:xfrm>
            <a:off x="8331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3" name="Connector 1292"/>
          <p:cNvCxnSpPr/>
          <p:nvPr/>
        </p:nvCxnSpPr>
        <p:spPr>
          <a:xfrm>
            <a:off x="8343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4" name="Connector 1293"/>
          <p:cNvCxnSpPr/>
          <p:nvPr/>
        </p:nvCxnSpPr>
        <p:spPr>
          <a:xfrm>
            <a:off x="8356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5" name="Connector 1294"/>
          <p:cNvCxnSpPr/>
          <p:nvPr/>
        </p:nvCxnSpPr>
        <p:spPr>
          <a:xfrm>
            <a:off x="8369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6" name="Connector 1295"/>
          <p:cNvCxnSpPr/>
          <p:nvPr/>
        </p:nvCxnSpPr>
        <p:spPr>
          <a:xfrm>
            <a:off x="8382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7" name="Connector 1296"/>
          <p:cNvCxnSpPr/>
          <p:nvPr/>
        </p:nvCxnSpPr>
        <p:spPr>
          <a:xfrm>
            <a:off x="8394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8" name="Connector 1297"/>
          <p:cNvCxnSpPr/>
          <p:nvPr/>
        </p:nvCxnSpPr>
        <p:spPr>
          <a:xfrm>
            <a:off x="8407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9" name="Connector 1298"/>
          <p:cNvCxnSpPr/>
          <p:nvPr/>
        </p:nvCxnSpPr>
        <p:spPr>
          <a:xfrm>
            <a:off x="8420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0" name="Connector 1299"/>
          <p:cNvCxnSpPr/>
          <p:nvPr/>
        </p:nvCxnSpPr>
        <p:spPr>
          <a:xfrm>
            <a:off x="8432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1" name="Connector 1300"/>
          <p:cNvCxnSpPr/>
          <p:nvPr/>
        </p:nvCxnSpPr>
        <p:spPr>
          <a:xfrm>
            <a:off x="8445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2" name="Connector 1301"/>
          <p:cNvCxnSpPr/>
          <p:nvPr/>
        </p:nvCxnSpPr>
        <p:spPr>
          <a:xfrm>
            <a:off x="84582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3" name="Connector 1302"/>
          <p:cNvCxnSpPr/>
          <p:nvPr/>
        </p:nvCxnSpPr>
        <p:spPr>
          <a:xfrm>
            <a:off x="8470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4" name="Connector 1303"/>
          <p:cNvCxnSpPr/>
          <p:nvPr/>
        </p:nvCxnSpPr>
        <p:spPr>
          <a:xfrm>
            <a:off x="8483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5" name="Connector 1304"/>
          <p:cNvCxnSpPr/>
          <p:nvPr/>
        </p:nvCxnSpPr>
        <p:spPr>
          <a:xfrm>
            <a:off x="8496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6" name="Connector 1305"/>
          <p:cNvCxnSpPr/>
          <p:nvPr/>
        </p:nvCxnSpPr>
        <p:spPr>
          <a:xfrm>
            <a:off x="8509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7" name="Connector 1306"/>
          <p:cNvCxnSpPr/>
          <p:nvPr/>
        </p:nvCxnSpPr>
        <p:spPr>
          <a:xfrm>
            <a:off x="8521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8" name="Connector 1307"/>
          <p:cNvCxnSpPr/>
          <p:nvPr/>
        </p:nvCxnSpPr>
        <p:spPr>
          <a:xfrm>
            <a:off x="8534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9" name="Connector 1308"/>
          <p:cNvCxnSpPr/>
          <p:nvPr/>
        </p:nvCxnSpPr>
        <p:spPr>
          <a:xfrm>
            <a:off x="8547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0" name="Connector 1309"/>
          <p:cNvCxnSpPr/>
          <p:nvPr/>
        </p:nvCxnSpPr>
        <p:spPr>
          <a:xfrm>
            <a:off x="8559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1" name="Connector 1310"/>
          <p:cNvCxnSpPr/>
          <p:nvPr/>
        </p:nvCxnSpPr>
        <p:spPr>
          <a:xfrm flipV="1">
            <a:off x="85725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2" name="Connector 1311"/>
          <p:cNvCxnSpPr/>
          <p:nvPr/>
        </p:nvCxnSpPr>
        <p:spPr>
          <a:xfrm>
            <a:off x="8585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3" name="Connector 1312"/>
          <p:cNvCxnSpPr/>
          <p:nvPr/>
        </p:nvCxnSpPr>
        <p:spPr>
          <a:xfrm>
            <a:off x="8597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4" name="Connector 1313"/>
          <p:cNvCxnSpPr/>
          <p:nvPr/>
        </p:nvCxnSpPr>
        <p:spPr>
          <a:xfrm>
            <a:off x="8610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5" name="Connector 1314"/>
          <p:cNvCxnSpPr/>
          <p:nvPr/>
        </p:nvCxnSpPr>
        <p:spPr>
          <a:xfrm>
            <a:off x="8623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6" name="Connector 1315"/>
          <p:cNvCxnSpPr/>
          <p:nvPr/>
        </p:nvCxnSpPr>
        <p:spPr>
          <a:xfrm>
            <a:off x="8636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7" name="Connector 1316"/>
          <p:cNvCxnSpPr/>
          <p:nvPr/>
        </p:nvCxnSpPr>
        <p:spPr>
          <a:xfrm>
            <a:off x="8648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8" name="Connector 1317"/>
          <p:cNvCxnSpPr/>
          <p:nvPr/>
        </p:nvCxnSpPr>
        <p:spPr>
          <a:xfrm>
            <a:off x="8661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9" name="Connector 1318"/>
          <p:cNvCxnSpPr/>
          <p:nvPr/>
        </p:nvCxnSpPr>
        <p:spPr>
          <a:xfrm>
            <a:off x="8674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0" name="Connector 1319"/>
          <p:cNvCxnSpPr/>
          <p:nvPr/>
        </p:nvCxnSpPr>
        <p:spPr>
          <a:xfrm>
            <a:off x="8686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1" name="Connector 1320"/>
          <p:cNvCxnSpPr/>
          <p:nvPr/>
        </p:nvCxnSpPr>
        <p:spPr>
          <a:xfrm>
            <a:off x="8699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2" name="Connector 1321"/>
          <p:cNvCxnSpPr/>
          <p:nvPr/>
        </p:nvCxnSpPr>
        <p:spPr>
          <a:xfrm flipV="1">
            <a:off x="87122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3" name="Connector 1322"/>
          <p:cNvCxnSpPr/>
          <p:nvPr/>
        </p:nvCxnSpPr>
        <p:spPr>
          <a:xfrm flipV="1">
            <a:off x="87249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4" name="Connector 1323"/>
          <p:cNvCxnSpPr/>
          <p:nvPr/>
        </p:nvCxnSpPr>
        <p:spPr>
          <a:xfrm flipV="1">
            <a:off x="87376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5" name="Connector 1324"/>
          <p:cNvCxnSpPr/>
          <p:nvPr/>
        </p:nvCxnSpPr>
        <p:spPr>
          <a:xfrm flipV="1">
            <a:off x="87503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6" name="Connector 1325"/>
          <p:cNvCxnSpPr/>
          <p:nvPr/>
        </p:nvCxnSpPr>
        <p:spPr>
          <a:xfrm flipV="1">
            <a:off x="87630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7" name="Connector 1326"/>
          <p:cNvCxnSpPr/>
          <p:nvPr/>
        </p:nvCxnSpPr>
        <p:spPr>
          <a:xfrm flipV="1">
            <a:off x="87757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8" name="Connector 1327"/>
          <p:cNvCxnSpPr/>
          <p:nvPr/>
        </p:nvCxnSpPr>
        <p:spPr>
          <a:xfrm flipV="1">
            <a:off x="87884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9" name="Connector 1328"/>
          <p:cNvCxnSpPr/>
          <p:nvPr/>
        </p:nvCxnSpPr>
        <p:spPr>
          <a:xfrm flipV="1">
            <a:off x="88011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0" name="Connector 1329"/>
          <p:cNvCxnSpPr/>
          <p:nvPr/>
        </p:nvCxnSpPr>
        <p:spPr>
          <a:xfrm flipV="1">
            <a:off x="88138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1" name="Connector 1330"/>
          <p:cNvCxnSpPr/>
          <p:nvPr/>
        </p:nvCxnSpPr>
        <p:spPr>
          <a:xfrm flipV="1">
            <a:off x="88265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2" name="Connector 1331"/>
          <p:cNvCxnSpPr/>
          <p:nvPr/>
        </p:nvCxnSpPr>
        <p:spPr>
          <a:xfrm flipV="1">
            <a:off x="88392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3" name="Connector 1332"/>
          <p:cNvCxnSpPr/>
          <p:nvPr/>
        </p:nvCxnSpPr>
        <p:spPr>
          <a:xfrm flipV="1">
            <a:off x="88519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4" name="Connector 1333"/>
          <p:cNvCxnSpPr/>
          <p:nvPr/>
        </p:nvCxnSpPr>
        <p:spPr>
          <a:xfrm flipV="1">
            <a:off x="88646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5" name="Connector 1334"/>
          <p:cNvCxnSpPr/>
          <p:nvPr/>
        </p:nvCxnSpPr>
        <p:spPr>
          <a:xfrm flipV="1">
            <a:off x="88773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6" name="Connector 1335"/>
          <p:cNvCxnSpPr/>
          <p:nvPr/>
        </p:nvCxnSpPr>
        <p:spPr>
          <a:xfrm flipV="1">
            <a:off x="88900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7" name="Connector 1336"/>
          <p:cNvCxnSpPr/>
          <p:nvPr/>
        </p:nvCxnSpPr>
        <p:spPr>
          <a:xfrm flipV="1">
            <a:off x="89027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8" name="Connector 1337"/>
          <p:cNvCxnSpPr/>
          <p:nvPr/>
        </p:nvCxnSpPr>
        <p:spPr>
          <a:xfrm flipV="1">
            <a:off x="89154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9" name="Connector 1338"/>
          <p:cNvCxnSpPr/>
          <p:nvPr/>
        </p:nvCxnSpPr>
        <p:spPr>
          <a:xfrm flipV="1">
            <a:off x="89281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0" name="Connector 1339"/>
          <p:cNvCxnSpPr/>
          <p:nvPr/>
        </p:nvCxnSpPr>
        <p:spPr>
          <a:xfrm flipV="1">
            <a:off x="89408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1" name="Connector 1340"/>
          <p:cNvCxnSpPr/>
          <p:nvPr/>
        </p:nvCxnSpPr>
        <p:spPr>
          <a:xfrm>
            <a:off x="89535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2" name="Connector 1341"/>
          <p:cNvCxnSpPr/>
          <p:nvPr/>
        </p:nvCxnSpPr>
        <p:spPr>
          <a:xfrm>
            <a:off x="89662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3" name="Connector 1342"/>
          <p:cNvCxnSpPr/>
          <p:nvPr/>
        </p:nvCxnSpPr>
        <p:spPr>
          <a:xfrm>
            <a:off x="89789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4" name="Connector 1343"/>
          <p:cNvCxnSpPr/>
          <p:nvPr/>
        </p:nvCxnSpPr>
        <p:spPr>
          <a:xfrm>
            <a:off x="89916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5" name="Connector 1344"/>
          <p:cNvCxnSpPr/>
          <p:nvPr/>
        </p:nvCxnSpPr>
        <p:spPr>
          <a:xfrm>
            <a:off x="90043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6" name="Connector 1345"/>
          <p:cNvCxnSpPr/>
          <p:nvPr/>
        </p:nvCxnSpPr>
        <p:spPr>
          <a:xfrm>
            <a:off x="90170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7" name="Connector 1346"/>
          <p:cNvCxnSpPr/>
          <p:nvPr/>
        </p:nvCxnSpPr>
        <p:spPr>
          <a:xfrm>
            <a:off x="90297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8" name="Connector 1347"/>
          <p:cNvCxnSpPr/>
          <p:nvPr/>
        </p:nvCxnSpPr>
        <p:spPr>
          <a:xfrm>
            <a:off x="90424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9" name="Connector 1348"/>
          <p:cNvCxnSpPr/>
          <p:nvPr/>
        </p:nvCxnSpPr>
        <p:spPr>
          <a:xfrm>
            <a:off x="90551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0" name="Connector 1349"/>
          <p:cNvCxnSpPr/>
          <p:nvPr/>
        </p:nvCxnSpPr>
        <p:spPr>
          <a:xfrm>
            <a:off x="90678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1" name="Connector 1350"/>
          <p:cNvCxnSpPr/>
          <p:nvPr/>
        </p:nvCxnSpPr>
        <p:spPr>
          <a:xfrm>
            <a:off x="90805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2" name="Connector 1351"/>
          <p:cNvCxnSpPr/>
          <p:nvPr/>
        </p:nvCxnSpPr>
        <p:spPr>
          <a:xfrm>
            <a:off x="90932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3" name="Connector 1352"/>
          <p:cNvCxnSpPr/>
          <p:nvPr/>
        </p:nvCxnSpPr>
        <p:spPr>
          <a:xfrm>
            <a:off x="91059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4" name="Connector 1353"/>
          <p:cNvCxnSpPr/>
          <p:nvPr/>
        </p:nvCxnSpPr>
        <p:spPr>
          <a:xfrm>
            <a:off x="91186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5" name="Connector 1354"/>
          <p:cNvCxnSpPr/>
          <p:nvPr/>
        </p:nvCxnSpPr>
        <p:spPr>
          <a:xfrm>
            <a:off x="91313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6" name="Connector 1355"/>
          <p:cNvCxnSpPr/>
          <p:nvPr/>
        </p:nvCxnSpPr>
        <p:spPr>
          <a:xfrm>
            <a:off x="91440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7" name="Connector 1356"/>
          <p:cNvCxnSpPr/>
          <p:nvPr/>
        </p:nvCxnSpPr>
        <p:spPr>
          <a:xfrm>
            <a:off x="91567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8" name="Connector 1357"/>
          <p:cNvCxnSpPr/>
          <p:nvPr/>
        </p:nvCxnSpPr>
        <p:spPr>
          <a:xfrm>
            <a:off x="91694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9" name="Connector 1358"/>
          <p:cNvCxnSpPr/>
          <p:nvPr/>
        </p:nvCxnSpPr>
        <p:spPr>
          <a:xfrm>
            <a:off x="91821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0" name="Connector 1359"/>
          <p:cNvCxnSpPr/>
          <p:nvPr/>
        </p:nvCxnSpPr>
        <p:spPr>
          <a:xfrm>
            <a:off x="9194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1" name="Connector 1360"/>
          <p:cNvCxnSpPr/>
          <p:nvPr/>
        </p:nvCxnSpPr>
        <p:spPr>
          <a:xfrm>
            <a:off x="9207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2" name="Connector 1361"/>
          <p:cNvCxnSpPr/>
          <p:nvPr/>
        </p:nvCxnSpPr>
        <p:spPr>
          <a:xfrm>
            <a:off x="9220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3" name="Connector 1362"/>
          <p:cNvCxnSpPr/>
          <p:nvPr/>
        </p:nvCxnSpPr>
        <p:spPr>
          <a:xfrm>
            <a:off x="9232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4" name="Connector 1363"/>
          <p:cNvCxnSpPr/>
          <p:nvPr/>
        </p:nvCxnSpPr>
        <p:spPr>
          <a:xfrm>
            <a:off x="9245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5" name="Connector 1364"/>
          <p:cNvCxnSpPr/>
          <p:nvPr/>
        </p:nvCxnSpPr>
        <p:spPr>
          <a:xfrm>
            <a:off x="9258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6" name="Connector 1365"/>
          <p:cNvCxnSpPr/>
          <p:nvPr/>
        </p:nvCxnSpPr>
        <p:spPr>
          <a:xfrm>
            <a:off x="9271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7" name="Connector 1366"/>
          <p:cNvCxnSpPr/>
          <p:nvPr/>
        </p:nvCxnSpPr>
        <p:spPr>
          <a:xfrm>
            <a:off x="9283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8" name="Connector 1367"/>
          <p:cNvCxnSpPr/>
          <p:nvPr/>
        </p:nvCxnSpPr>
        <p:spPr>
          <a:xfrm>
            <a:off x="9296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9" name="Connector 1368"/>
          <p:cNvCxnSpPr/>
          <p:nvPr/>
        </p:nvCxnSpPr>
        <p:spPr>
          <a:xfrm>
            <a:off x="9309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0" name="Connector 1369"/>
          <p:cNvCxnSpPr/>
          <p:nvPr/>
        </p:nvCxnSpPr>
        <p:spPr>
          <a:xfrm>
            <a:off x="93218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1" name="Connector 1370"/>
          <p:cNvCxnSpPr/>
          <p:nvPr/>
        </p:nvCxnSpPr>
        <p:spPr>
          <a:xfrm>
            <a:off x="9334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2" name="Connector 1371"/>
          <p:cNvCxnSpPr/>
          <p:nvPr/>
        </p:nvCxnSpPr>
        <p:spPr>
          <a:xfrm>
            <a:off x="9347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3" name="Connector 1372"/>
          <p:cNvCxnSpPr/>
          <p:nvPr/>
        </p:nvCxnSpPr>
        <p:spPr>
          <a:xfrm>
            <a:off x="9359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4" name="Connector 1373"/>
          <p:cNvCxnSpPr/>
          <p:nvPr/>
        </p:nvCxnSpPr>
        <p:spPr>
          <a:xfrm>
            <a:off x="9372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5" name="Connector 1374"/>
          <p:cNvCxnSpPr/>
          <p:nvPr/>
        </p:nvCxnSpPr>
        <p:spPr>
          <a:xfrm>
            <a:off x="9385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6" name="Connector 1375"/>
          <p:cNvCxnSpPr/>
          <p:nvPr/>
        </p:nvCxnSpPr>
        <p:spPr>
          <a:xfrm>
            <a:off x="9398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7" name="Connector 1376"/>
          <p:cNvCxnSpPr/>
          <p:nvPr/>
        </p:nvCxnSpPr>
        <p:spPr>
          <a:xfrm>
            <a:off x="94107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8" name="Connector 1377"/>
          <p:cNvCxnSpPr/>
          <p:nvPr/>
        </p:nvCxnSpPr>
        <p:spPr>
          <a:xfrm>
            <a:off x="94234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9" name="Connector 1378"/>
          <p:cNvCxnSpPr/>
          <p:nvPr/>
        </p:nvCxnSpPr>
        <p:spPr>
          <a:xfrm flipV="1">
            <a:off x="94361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0" name="Connector 1379"/>
          <p:cNvCxnSpPr/>
          <p:nvPr/>
        </p:nvCxnSpPr>
        <p:spPr>
          <a:xfrm>
            <a:off x="9448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1" name="Connector 1380"/>
          <p:cNvCxnSpPr/>
          <p:nvPr/>
        </p:nvCxnSpPr>
        <p:spPr>
          <a:xfrm>
            <a:off x="9461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2" name="Connector 1381"/>
          <p:cNvCxnSpPr/>
          <p:nvPr/>
        </p:nvCxnSpPr>
        <p:spPr>
          <a:xfrm>
            <a:off x="9474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3" name="Connector 1382"/>
          <p:cNvCxnSpPr/>
          <p:nvPr/>
        </p:nvCxnSpPr>
        <p:spPr>
          <a:xfrm>
            <a:off x="9486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4" name="Connector 1383"/>
          <p:cNvCxnSpPr/>
          <p:nvPr/>
        </p:nvCxnSpPr>
        <p:spPr>
          <a:xfrm>
            <a:off x="9499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5" name="Connector 1384"/>
          <p:cNvCxnSpPr/>
          <p:nvPr/>
        </p:nvCxnSpPr>
        <p:spPr>
          <a:xfrm>
            <a:off x="9512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6" name="Connector 1385"/>
          <p:cNvCxnSpPr/>
          <p:nvPr/>
        </p:nvCxnSpPr>
        <p:spPr>
          <a:xfrm>
            <a:off x="9525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7" name="Connector 1386"/>
          <p:cNvCxnSpPr/>
          <p:nvPr/>
        </p:nvCxnSpPr>
        <p:spPr>
          <a:xfrm>
            <a:off x="9537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8" name="Connector 1387"/>
          <p:cNvCxnSpPr/>
          <p:nvPr/>
        </p:nvCxnSpPr>
        <p:spPr>
          <a:xfrm>
            <a:off x="9550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9" name="Connector 1388"/>
          <p:cNvCxnSpPr/>
          <p:nvPr/>
        </p:nvCxnSpPr>
        <p:spPr>
          <a:xfrm>
            <a:off x="9563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0" name="Connector 1389"/>
          <p:cNvCxnSpPr/>
          <p:nvPr/>
        </p:nvCxnSpPr>
        <p:spPr>
          <a:xfrm flipV="1">
            <a:off x="95758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1" name="Connector 1390"/>
          <p:cNvCxnSpPr/>
          <p:nvPr/>
        </p:nvCxnSpPr>
        <p:spPr>
          <a:xfrm flipV="1">
            <a:off x="95885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2" name="Connector 1391"/>
          <p:cNvCxnSpPr/>
          <p:nvPr/>
        </p:nvCxnSpPr>
        <p:spPr>
          <a:xfrm flipV="1">
            <a:off x="96012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3" name="Connector 1392"/>
          <p:cNvCxnSpPr/>
          <p:nvPr/>
        </p:nvCxnSpPr>
        <p:spPr>
          <a:xfrm flipV="1">
            <a:off x="96139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4" name="Connector 1393"/>
          <p:cNvCxnSpPr/>
          <p:nvPr/>
        </p:nvCxnSpPr>
        <p:spPr>
          <a:xfrm flipV="1">
            <a:off x="96266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5" name="Connector 1394"/>
          <p:cNvCxnSpPr/>
          <p:nvPr/>
        </p:nvCxnSpPr>
        <p:spPr>
          <a:xfrm flipV="1">
            <a:off x="96393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6" name="Connector 1395"/>
          <p:cNvCxnSpPr/>
          <p:nvPr/>
        </p:nvCxnSpPr>
        <p:spPr>
          <a:xfrm flipV="1">
            <a:off x="96520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7" name="Connector 1396"/>
          <p:cNvCxnSpPr/>
          <p:nvPr/>
        </p:nvCxnSpPr>
        <p:spPr>
          <a:xfrm flipV="1">
            <a:off x="96647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8" name="Connector 1397"/>
          <p:cNvCxnSpPr/>
          <p:nvPr/>
        </p:nvCxnSpPr>
        <p:spPr>
          <a:xfrm flipV="1">
            <a:off x="96774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9" name="Connector 1398"/>
          <p:cNvCxnSpPr/>
          <p:nvPr/>
        </p:nvCxnSpPr>
        <p:spPr>
          <a:xfrm flipV="1">
            <a:off x="96901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0" name="Connector 1399"/>
          <p:cNvCxnSpPr/>
          <p:nvPr/>
        </p:nvCxnSpPr>
        <p:spPr>
          <a:xfrm flipV="1">
            <a:off x="97028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1" name="Connector 1400"/>
          <p:cNvCxnSpPr/>
          <p:nvPr/>
        </p:nvCxnSpPr>
        <p:spPr>
          <a:xfrm flipV="1">
            <a:off x="97155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2" name="Connector 1401"/>
          <p:cNvCxnSpPr/>
          <p:nvPr/>
        </p:nvCxnSpPr>
        <p:spPr>
          <a:xfrm flipV="1">
            <a:off x="97282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3" name="Connector 1402"/>
          <p:cNvCxnSpPr/>
          <p:nvPr/>
        </p:nvCxnSpPr>
        <p:spPr>
          <a:xfrm flipV="1">
            <a:off x="97409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4" name="Connector 1403"/>
          <p:cNvCxnSpPr/>
          <p:nvPr/>
        </p:nvCxnSpPr>
        <p:spPr>
          <a:xfrm flipV="1">
            <a:off x="97536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5" name="Connector 1404"/>
          <p:cNvCxnSpPr/>
          <p:nvPr/>
        </p:nvCxnSpPr>
        <p:spPr>
          <a:xfrm flipV="1">
            <a:off x="97663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6" name="Connector 1405"/>
          <p:cNvCxnSpPr/>
          <p:nvPr/>
        </p:nvCxnSpPr>
        <p:spPr>
          <a:xfrm flipV="1">
            <a:off x="97790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7" name="Connector 1406"/>
          <p:cNvCxnSpPr/>
          <p:nvPr/>
        </p:nvCxnSpPr>
        <p:spPr>
          <a:xfrm flipV="1">
            <a:off x="97917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8" name="Connector 1407"/>
          <p:cNvCxnSpPr/>
          <p:nvPr/>
        </p:nvCxnSpPr>
        <p:spPr>
          <a:xfrm flipV="1">
            <a:off x="98044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9" name="Connector 1408"/>
          <p:cNvCxnSpPr/>
          <p:nvPr/>
        </p:nvCxnSpPr>
        <p:spPr>
          <a:xfrm>
            <a:off x="98171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0" name="Connector 1409"/>
          <p:cNvCxnSpPr/>
          <p:nvPr/>
        </p:nvCxnSpPr>
        <p:spPr>
          <a:xfrm>
            <a:off x="98298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1" name="Connector 1410"/>
          <p:cNvCxnSpPr/>
          <p:nvPr/>
        </p:nvCxnSpPr>
        <p:spPr>
          <a:xfrm>
            <a:off x="98425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2" name="Connector 1411"/>
          <p:cNvCxnSpPr/>
          <p:nvPr/>
        </p:nvCxnSpPr>
        <p:spPr>
          <a:xfrm>
            <a:off x="98552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3" name="Connector 1412"/>
          <p:cNvCxnSpPr/>
          <p:nvPr/>
        </p:nvCxnSpPr>
        <p:spPr>
          <a:xfrm>
            <a:off x="98679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4" name="Connector 1413"/>
          <p:cNvCxnSpPr/>
          <p:nvPr/>
        </p:nvCxnSpPr>
        <p:spPr>
          <a:xfrm>
            <a:off x="98806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5" name="Connector 1414"/>
          <p:cNvCxnSpPr/>
          <p:nvPr/>
        </p:nvCxnSpPr>
        <p:spPr>
          <a:xfrm>
            <a:off x="98933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6" name="Connector 1415"/>
          <p:cNvCxnSpPr/>
          <p:nvPr/>
        </p:nvCxnSpPr>
        <p:spPr>
          <a:xfrm>
            <a:off x="99060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7" name="Connector 1416"/>
          <p:cNvCxnSpPr/>
          <p:nvPr/>
        </p:nvCxnSpPr>
        <p:spPr>
          <a:xfrm>
            <a:off x="99187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8" name="Connector 1417"/>
          <p:cNvCxnSpPr/>
          <p:nvPr/>
        </p:nvCxnSpPr>
        <p:spPr>
          <a:xfrm>
            <a:off x="99314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9" name="Connector 1418"/>
          <p:cNvCxnSpPr/>
          <p:nvPr/>
        </p:nvCxnSpPr>
        <p:spPr>
          <a:xfrm>
            <a:off x="99441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0" name="Connector 1419"/>
          <p:cNvCxnSpPr/>
          <p:nvPr/>
        </p:nvCxnSpPr>
        <p:spPr>
          <a:xfrm>
            <a:off x="99568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1" name="Connector 1420"/>
          <p:cNvCxnSpPr/>
          <p:nvPr/>
        </p:nvCxnSpPr>
        <p:spPr>
          <a:xfrm>
            <a:off x="99695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2" name="Connector 1421"/>
          <p:cNvCxnSpPr/>
          <p:nvPr/>
        </p:nvCxnSpPr>
        <p:spPr>
          <a:xfrm>
            <a:off x="99822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3" name="Connector 1422"/>
          <p:cNvCxnSpPr/>
          <p:nvPr/>
        </p:nvCxnSpPr>
        <p:spPr>
          <a:xfrm>
            <a:off x="99949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4" name="Connector 1423"/>
          <p:cNvCxnSpPr/>
          <p:nvPr/>
        </p:nvCxnSpPr>
        <p:spPr>
          <a:xfrm>
            <a:off x="100076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5" name="Connector 1424"/>
          <p:cNvCxnSpPr/>
          <p:nvPr/>
        </p:nvCxnSpPr>
        <p:spPr>
          <a:xfrm>
            <a:off x="100203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6" name="Connector 1425"/>
          <p:cNvCxnSpPr/>
          <p:nvPr/>
        </p:nvCxnSpPr>
        <p:spPr>
          <a:xfrm>
            <a:off x="100330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7" name="Connector 1426"/>
          <p:cNvCxnSpPr/>
          <p:nvPr/>
        </p:nvCxnSpPr>
        <p:spPr>
          <a:xfrm>
            <a:off x="100457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8" name="Connector 1427"/>
          <p:cNvCxnSpPr/>
          <p:nvPr/>
        </p:nvCxnSpPr>
        <p:spPr>
          <a:xfrm>
            <a:off x="10058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9" name="Connector 1428"/>
          <p:cNvCxnSpPr/>
          <p:nvPr/>
        </p:nvCxnSpPr>
        <p:spPr>
          <a:xfrm>
            <a:off x="10071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0" name="Connector 1429"/>
          <p:cNvCxnSpPr/>
          <p:nvPr/>
        </p:nvCxnSpPr>
        <p:spPr>
          <a:xfrm>
            <a:off x="10083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1" name="Connector 1430"/>
          <p:cNvCxnSpPr/>
          <p:nvPr/>
        </p:nvCxnSpPr>
        <p:spPr>
          <a:xfrm>
            <a:off x="10096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2" name="Connector 1431"/>
          <p:cNvCxnSpPr/>
          <p:nvPr/>
        </p:nvCxnSpPr>
        <p:spPr>
          <a:xfrm>
            <a:off x="10109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3" name="Connector 1432"/>
          <p:cNvCxnSpPr/>
          <p:nvPr/>
        </p:nvCxnSpPr>
        <p:spPr>
          <a:xfrm>
            <a:off x="10121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4" name="Connector 1433"/>
          <p:cNvCxnSpPr/>
          <p:nvPr/>
        </p:nvCxnSpPr>
        <p:spPr>
          <a:xfrm>
            <a:off x="10134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5" name="Connector 1434"/>
          <p:cNvCxnSpPr/>
          <p:nvPr/>
        </p:nvCxnSpPr>
        <p:spPr>
          <a:xfrm>
            <a:off x="10147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6" name="Connector 1435"/>
          <p:cNvCxnSpPr/>
          <p:nvPr/>
        </p:nvCxnSpPr>
        <p:spPr>
          <a:xfrm>
            <a:off x="10160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7" name="Connector 1436"/>
          <p:cNvCxnSpPr/>
          <p:nvPr/>
        </p:nvCxnSpPr>
        <p:spPr>
          <a:xfrm>
            <a:off x="10172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8" name="Connector 1437"/>
          <p:cNvCxnSpPr/>
          <p:nvPr/>
        </p:nvCxnSpPr>
        <p:spPr>
          <a:xfrm>
            <a:off x="101854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9" name="Connector 1438"/>
          <p:cNvCxnSpPr/>
          <p:nvPr/>
        </p:nvCxnSpPr>
        <p:spPr>
          <a:xfrm>
            <a:off x="101981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0" name="Connector 1439"/>
          <p:cNvCxnSpPr/>
          <p:nvPr/>
        </p:nvCxnSpPr>
        <p:spPr>
          <a:xfrm>
            <a:off x="102108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1" name="Connector 1440"/>
          <p:cNvCxnSpPr/>
          <p:nvPr/>
        </p:nvCxnSpPr>
        <p:spPr>
          <a:xfrm>
            <a:off x="102235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2" name="Connector 1441"/>
          <p:cNvCxnSpPr/>
          <p:nvPr/>
        </p:nvCxnSpPr>
        <p:spPr>
          <a:xfrm>
            <a:off x="102362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3" name="Connector 1442"/>
          <p:cNvCxnSpPr/>
          <p:nvPr/>
        </p:nvCxnSpPr>
        <p:spPr>
          <a:xfrm>
            <a:off x="102489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4" name="Connector 1443"/>
          <p:cNvCxnSpPr/>
          <p:nvPr/>
        </p:nvCxnSpPr>
        <p:spPr>
          <a:xfrm>
            <a:off x="102616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5" name="Connector 1444"/>
          <p:cNvCxnSpPr/>
          <p:nvPr/>
        </p:nvCxnSpPr>
        <p:spPr>
          <a:xfrm>
            <a:off x="102743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6" name="Connector 1445"/>
          <p:cNvCxnSpPr/>
          <p:nvPr/>
        </p:nvCxnSpPr>
        <p:spPr>
          <a:xfrm>
            <a:off x="10287000" y="36703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7" name="Connector 1446"/>
          <p:cNvCxnSpPr/>
          <p:nvPr/>
        </p:nvCxnSpPr>
        <p:spPr>
          <a:xfrm flipV="1">
            <a:off x="10299700" y="36702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8" name="Connector 1447"/>
          <p:cNvCxnSpPr/>
          <p:nvPr/>
        </p:nvCxnSpPr>
        <p:spPr>
          <a:xfrm>
            <a:off x="10312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9" name="Connector 1448"/>
          <p:cNvCxnSpPr/>
          <p:nvPr/>
        </p:nvCxnSpPr>
        <p:spPr>
          <a:xfrm>
            <a:off x="10325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0" name="Connector 1449"/>
          <p:cNvCxnSpPr/>
          <p:nvPr/>
        </p:nvCxnSpPr>
        <p:spPr>
          <a:xfrm>
            <a:off x="10337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1" name="Connector 1450"/>
          <p:cNvCxnSpPr/>
          <p:nvPr/>
        </p:nvCxnSpPr>
        <p:spPr>
          <a:xfrm>
            <a:off x="10350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2" name="Connector 1451"/>
          <p:cNvCxnSpPr/>
          <p:nvPr/>
        </p:nvCxnSpPr>
        <p:spPr>
          <a:xfrm>
            <a:off x="10363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3" name="Connector 1452"/>
          <p:cNvCxnSpPr/>
          <p:nvPr/>
        </p:nvCxnSpPr>
        <p:spPr>
          <a:xfrm>
            <a:off x="10375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4" name="Connector 1453"/>
          <p:cNvCxnSpPr/>
          <p:nvPr/>
        </p:nvCxnSpPr>
        <p:spPr>
          <a:xfrm>
            <a:off x="10388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5" name="Connector 1454"/>
          <p:cNvCxnSpPr/>
          <p:nvPr/>
        </p:nvCxnSpPr>
        <p:spPr>
          <a:xfrm>
            <a:off x="104013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6" name="Connector 1455"/>
          <p:cNvCxnSpPr/>
          <p:nvPr/>
        </p:nvCxnSpPr>
        <p:spPr>
          <a:xfrm>
            <a:off x="10414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7" name="Connector 1456"/>
          <p:cNvCxnSpPr/>
          <p:nvPr/>
        </p:nvCxnSpPr>
        <p:spPr>
          <a:xfrm>
            <a:off x="10426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8" name="Connector 1457"/>
          <p:cNvCxnSpPr/>
          <p:nvPr/>
        </p:nvCxnSpPr>
        <p:spPr>
          <a:xfrm flipV="1">
            <a:off x="104394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9" name="Connector 1458"/>
          <p:cNvCxnSpPr/>
          <p:nvPr/>
        </p:nvCxnSpPr>
        <p:spPr>
          <a:xfrm flipV="1">
            <a:off x="104521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0" name="Connector 1459"/>
          <p:cNvCxnSpPr/>
          <p:nvPr/>
        </p:nvCxnSpPr>
        <p:spPr>
          <a:xfrm flipV="1">
            <a:off x="104648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1" name="Connector 1460"/>
          <p:cNvCxnSpPr/>
          <p:nvPr/>
        </p:nvCxnSpPr>
        <p:spPr>
          <a:xfrm flipV="1">
            <a:off x="104775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2" name="Connector 1461"/>
          <p:cNvCxnSpPr/>
          <p:nvPr/>
        </p:nvCxnSpPr>
        <p:spPr>
          <a:xfrm flipV="1">
            <a:off x="104902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3" name="Connector 1462"/>
          <p:cNvCxnSpPr/>
          <p:nvPr/>
        </p:nvCxnSpPr>
        <p:spPr>
          <a:xfrm flipV="1">
            <a:off x="105029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4" name="Connector 1463"/>
          <p:cNvCxnSpPr/>
          <p:nvPr/>
        </p:nvCxnSpPr>
        <p:spPr>
          <a:xfrm flipV="1">
            <a:off x="105156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5" name="Connector 1464"/>
          <p:cNvCxnSpPr/>
          <p:nvPr/>
        </p:nvCxnSpPr>
        <p:spPr>
          <a:xfrm flipV="1">
            <a:off x="105283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6" name="Connector 1465"/>
          <p:cNvCxnSpPr/>
          <p:nvPr/>
        </p:nvCxnSpPr>
        <p:spPr>
          <a:xfrm flipV="1">
            <a:off x="105410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7" name="Connector 1466"/>
          <p:cNvCxnSpPr/>
          <p:nvPr/>
        </p:nvCxnSpPr>
        <p:spPr>
          <a:xfrm flipV="1">
            <a:off x="105537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8" name="Connector 1467"/>
          <p:cNvCxnSpPr/>
          <p:nvPr/>
        </p:nvCxnSpPr>
        <p:spPr>
          <a:xfrm flipV="1">
            <a:off x="105664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9" name="Connector 1468"/>
          <p:cNvCxnSpPr/>
          <p:nvPr/>
        </p:nvCxnSpPr>
        <p:spPr>
          <a:xfrm flipV="1">
            <a:off x="105791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0" name="Connector 1469"/>
          <p:cNvCxnSpPr/>
          <p:nvPr/>
        </p:nvCxnSpPr>
        <p:spPr>
          <a:xfrm flipV="1">
            <a:off x="105918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1" name="Connector 1470"/>
          <p:cNvCxnSpPr/>
          <p:nvPr/>
        </p:nvCxnSpPr>
        <p:spPr>
          <a:xfrm flipV="1">
            <a:off x="106045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2" name="Connector 1471"/>
          <p:cNvCxnSpPr/>
          <p:nvPr/>
        </p:nvCxnSpPr>
        <p:spPr>
          <a:xfrm flipV="1">
            <a:off x="106172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3" name="Connector 1472"/>
          <p:cNvCxnSpPr/>
          <p:nvPr/>
        </p:nvCxnSpPr>
        <p:spPr>
          <a:xfrm flipV="1">
            <a:off x="106299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4" name="Connector 1473"/>
          <p:cNvCxnSpPr/>
          <p:nvPr/>
        </p:nvCxnSpPr>
        <p:spPr>
          <a:xfrm flipV="1">
            <a:off x="106426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5" name="Connector 1474"/>
          <p:cNvCxnSpPr/>
          <p:nvPr/>
        </p:nvCxnSpPr>
        <p:spPr>
          <a:xfrm flipV="1">
            <a:off x="106553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6" name="Connector 1475"/>
          <p:cNvCxnSpPr/>
          <p:nvPr/>
        </p:nvCxnSpPr>
        <p:spPr>
          <a:xfrm flipV="1">
            <a:off x="106680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7" name="Connector 1476"/>
          <p:cNvCxnSpPr/>
          <p:nvPr/>
        </p:nvCxnSpPr>
        <p:spPr>
          <a:xfrm>
            <a:off x="10680700" y="2612390"/>
            <a:ext cx="12700" cy="4148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8" name="Connector 1477"/>
          <p:cNvCxnSpPr/>
          <p:nvPr/>
        </p:nvCxnSpPr>
        <p:spPr>
          <a:xfrm>
            <a:off x="10693400" y="2653871"/>
            <a:ext cx="12700" cy="1149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9" name="Connector 1478"/>
          <p:cNvCxnSpPr/>
          <p:nvPr/>
        </p:nvCxnSpPr>
        <p:spPr>
          <a:xfrm>
            <a:off x="10706100" y="2768808"/>
            <a:ext cx="12700" cy="16341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0" name="Connector 1479"/>
          <p:cNvCxnSpPr/>
          <p:nvPr/>
        </p:nvCxnSpPr>
        <p:spPr>
          <a:xfrm>
            <a:off x="10718800" y="2932221"/>
            <a:ext cx="12700" cy="18025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1" name="Connector 1480"/>
          <p:cNvCxnSpPr/>
          <p:nvPr/>
        </p:nvCxnSpPr>
        <p:spPr>
          <a:xfrm>
            <a:off x="10731500" y="3112472"/>
            <a:ext cx="12700" cy="1686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2" name="Connector 1481"/>
          <p:cNvCxnSpPr/>
          <p:nvPr/>
        </p:nvCxnSpPr>
        <p:spPr>
          <a:xfrm>
            <a:off x="10744200" y="3281116"/>
            <a:ext cx="12700" cy="1385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3" name="Connector 1482"/>
          <p:cNvCxnSpPr/>
          <p:nvPr/>
        </p:nvCxnSpPr>
        <p:spPr>
          <a:xfrm>
            <a:off x="10756900" y="3419651"/>
            <a:ext cx="12700" cy="10163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4" name="Connector 1483"/>
          <p:cNvCxnSpPr/>
          <p:nvPr/>
        </p:nvCxnSpPr>
        <p:spPr>
          <a:xfrm>
            <a:off x="10769600" y="3521284"/>
            <a:ext cx="12700" cy="672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5" name="Connector 1484"/>
          <p:cNvCxnSpPr/>
          <p:nvPr/>
        </p:nvCxnSpPr>
        <p:spPr>
          <a:xfrm>
            <a:off x="10782300" y="3588518"/>
            <a:ext cx="12700" cy="403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6" name="Connector 1485"/>
          <p:cNvCxnSpPr/>
          <p:nvPr/>
        </p:nvCxnSpPr>
        <p:spPr>
          <a:xfrm>
            <a:off x="10795000" y="3628868"/>
            <a:ext cx="12700" cy="220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7" name="Connector 1486"/>
          <p:cNvCxnSpPr/>
          <p:nvPr/>
        </p:nvCxnSpPr>
        <p:spPr>
          <a:xfrm>
            <a:off x="10807700" y="3650923"/>
            <a:ext cx="12700" cy="110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8" name="Connector 1487"/>
          <p:cNvCxnSpPr/>
          <p:nvPr/>
        </p:nvCxnSpPr>
        <p:spPr>
          <a:xfrm>
            <a:off x="10820400" y="3661935"/>
            <a:ext cx="12700" cy="503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9" name="Connector 1488"/>
          <p:cNvCxnSpPr/>
          <p:nvPr/>
        </p:nvCxnSpPr>
        <p:spPr>
          <a:xfrm>
            <a:off x="10833100" y="3666966"/>
            <a:ext cx="12700" cy="210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0" name="Connector 1489"/>
          <p:cNvCxnSpPr/>
          <p:nvPr/>
        </p:nvCxnSpPr>
        <p:spPr>
          <a:xfrm>
            <a:off x="10845800" y="3669073"/>
            <a:ext cx="12700" cy="81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1" name="Connector 1490"/>
          <p:cNvCxnSpPr/>
          <p:nvPr/>
        </p:nvCxnSpPr>
        <p:spPr>
          <a:xfrm>
            <a:off x="10858500" y="3669883"/>
            <a:ext cx="12700" cy="28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2" name="Connector 1491"/>
          <p:cNvCxnSpPr/>
          <p:nvPr/>
        </p:nvCxnSpPr>
        <p:spPr>
          <a:xfrm>
            <a:off x="10871200" y="3670169"/>
            <a:ext cx="12700" cy="9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3" name="Connector 1492"/>
          <p:cNvCxnSpPr/>
          <p:nvPr/>
        </p:nvCxnSpPr>
        <p:spPr>
          <a:xfrm>
            <a:off x="10883900" y="3670262"/>
            <a:ext cx="12700" cy="2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4" name="Connector 1493"/>
          <p:cNvCxnSpPr/>
          <p:nvPr/>
        </p:nvCxnSpPr>
        <p:spPr>
          <a:xfrm>
            <a:off x="10896600" y="3670289"/>
            <a:ext cx="12700" cy="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5" name="Connector 1494"/>
          <p:cNvCxnSpPr/>
          <p:nvPr/>
        </p:nvCxnSpPr>
        <p:spPr>
          <a:xfrm>
            <a:off x="10909300" y="36702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6" name="Connector 1495"/>
          <p:cNvCxnSpPr/>
          <p:nvPr/>
        </p:nvCxnSpPr>
        <p:spPr>
          <a:xfrm>
            <a:off x="109220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7" name="Connector 1496"/>
          <p:cNvCxnSpPr/>
          <p:nvPr/>
        </p:nvCxnSpPr>
        <p:spPr>
          <a:xfrm>
            <a:off x="109347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8" name="Connector 1497"/>
          <p:cNvCxnSpPr/>
          <p:nvPr/>
        </p:nvCxnSpPr>
        <p:spPr>
          <a:xfrm>
            <a:off x="109474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9" name="Connector 1498"/>
          <p:cNvCxnSpPr/>
          <p:nvPr/>
        </p:nvCxnSpPr>
        <p:spPr>
          <a:xfrm>
            <a:off x="109601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0" name="Connector 1499"/>
          <p:cNvCxnSpPr/>
          <p:nvPr/>
        </p:nvCxnSpPr>
        <p:spPr>
          <a:xfrm>
            <a:off x="109728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1" name="Connector 1500"/>
          <p:cNvCxnSpPr/>
          <p:nvPr/>
        </p:nvCxnSpPr>
        <p:spPr>
          <a:xfrm>
            <a:off x="109855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2" name="Connector 1501"/>
          <p:cNvCxnSpPr/>
          <p:nvPr/>
        </p:nvCxnSpPr>
        <p:spPr>
          <a:xfrm>
            <a:off x="109982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3" name="Connector 1502"/>
          <p:cNvCxnSpPr/>
          <p:nvPr/>
        </p:nvCxnSpPr>
        <p:spPr>
          <a:xfrm>
            <a:off x="110109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4" name="Connector 1503"/>
          <p:cNvCxnSpPr/>
          <p:nvPr/>
        </p:nvCxnSpPr>
        <p:spPr>
          <a:xfrm>
            <a:off x="11023600" y="36702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5" name="TextBox 1504"/>
          <p:cNvSpPr txBox="1"/>
          <p:nvPr/>
        </p:nvSpPr>
        <p:spPr>
          <a:xfrm>
            <a:off x="889000" y="4686300"/>
            <a:ext cx="3111500" cy="3729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F86"/>
                </a:solidFill>
                <a:latin typeface="DejaVu Sans"/>
              </a:defRPr>
            </a:pPr>
            <a:r>
              <a:t>1. PCR y purificación</a:t>
            </a:r>
          </a:p>
        </p:txBody>
      </p:sp>
      <p:sp>
        <p:nvSpPr>
          <p:cNvPr id="1506" name="TextBox 1505"/>
          <p:cNvSpPr txBox="1"/>
          <p:nvPr/>
        </p:nvSpPr>
        <p:spPr>
          <a:xfrm>
            <a:off x="6400800" y="4076700"/>
            <a:ext cx="46482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2. Leer el cromatograma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64389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F86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1508" name="TextBox 1507"/>
          <p:cNvSpPr txBox="1"/>
          <p:nvPr/>
        </p:nvSpPr>
        <p:spPr>
          <a:xfrm>
            <a:off x="69850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DA765B"/>
                </a:solidFill>
                <a:latin typeface="DejaVu Sans"/>
              </a:defRPr>
            </a:pPr>
            <a:r>
              <a:t>T</a:t>
            </a:r>
          </a:p>
        </p:txBody>
      </p:sp>
      <p:sp>
        <p:nvSpPr>
          <p:cNvPr id="1509" name="TextBox 1508"/>
          <p:cNvSpPr txBox="1"/>
          <p:nvPr/>
        </p:nvSpPr>
        <p:spPr>
          <a:xfrm>
            <a:off x="75311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4276C8"/>
                </a:solidFill>
                <a:latin typeface="DejaVu Sans"/>
              </a:defRPr>
            </a:pPr>
            <a:r>
              <a:t>G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80772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8061AC"/>
                </a:solidFill>
                <a:latin typeface="DejaVu Sans"/>
              </a:defRPr>
            </a:pPr>
            <a:r>
              <a:t>C</a:t>
            </a:r>
          </a:p>
        </p:txBody>
      </p:sp>
      <p:sp>
        <p:nvSpPr>
          <p:cNvPr id="1511" name="TextBox 1510"/>
          <p:cNvSpPr txBox="1"/>
          <p:nvPr/>
        </p:nvSpPr>
        <p:spPr>
          <a:xfrm>
            <a:off x="86233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DA765B"/>
                </a:solidFill>
                <a:latin typeface="DejaVu Sans"/>
              </a:defRPr>
            </a:pPr>
            <a:r>
              <a:t>T</a:t>
            </a:r>
          </a:p>
        </p:txBody>
      </p:sp>
      <p:sp>
        <p:nvSpPr>
          <p:cNvPr id="1512" name="TextBox 1511"/>
          <p:cNvSpPr txBox="1"/>
          <p:nvPr/>
        </p:nvSpPr>
        <p:spPr>
          <a:xfrm>
            <a:off x="91694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F86"/>
                </a:solidFill>
                <a:latin typeface="DejaVu Sans"/>
              </a:defRPr>
            </a:pPr>
            <a:r>
              <a:t>A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97155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4276C8"/>
                </a:solidFill>
                <a:latin typeface="DejaVu Sans"/>
              </a:defRPr>
            </a:pPr>
            <a:r>
              <a:t>G</a:t>
            </a:r>
          </a:p>
        </p:txBody>
      </p:sp>
      <p:sp>
        <p:nvSpPr>
          <p:cNvPr id="1514" name="TextBox 1513"/>
          <p:cNvSpPr txBox="1"/>
          <p:nvPr/>
        </p:nvSpPr>
        <p:spPr>
          <a:xfrm>
            <a:off x="10261600" y="4584700"/>
            <a:ext cx="508000" cy="4979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8061AC"/>
                </a:solidFill>
                <a:latin typeface="DejaVu Sans"/>
              </a:defRPr>
            </a:pPr>
            <a:r>
              <a:t>C</a:t>
            </a:r>
          </a:p>
        </p:txBody>
      </p:sp>
      <p:sp>
        <p:nvSpPr>
          <p:cNvPr id="1515" name="Rounded Rectangle 1514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TextBox 1515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Ejemplo de entrada: 20 ng ÷ 10 ng/µL = 2 µL de amplicón. Ajustar al servicio.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CONEXIÓN CON SECUENCIACIÓN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982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NGS de amplicones: muchas regiones, muchas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lecturas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[3,5,9]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9000" y="2349500"/>
            <a:ext cx="2222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89000" y="2540000"/>
            <a:ext cx="2222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779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30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081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732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6383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034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685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1336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2987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4638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6289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940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59100" y="23495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9000" y="2908300"/>
            <a:ext cx="2222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89000" y="3098800"/>
            <a:ext cx="2222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779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430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3081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4732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383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034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9685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1336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2987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4638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6289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40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59100" y="29083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89000" y="3467100"/>
            <a:ext cx="2222500" cy="0"/>
          </a:xfrm>
          <a:prstGeom prst="line">
            <a:avLst/>
          </a:prstGeom>
          <a:ln w="508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9000" y="3657600"/>
            <a:ext cx="2222500" cy="0"/>
          </a:xfrm>
          <a:prstGeom prst="line">
            <a:avLst/>
          </a:prstGeom>
          <a:ln w="508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779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430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3081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4732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6383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8034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9685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1336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2987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4638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289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7940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959100" y="3467100"/>
            <a:ext cx="0" cy="190500"/>
          </a:xfrm>
          <a:prstGeom prst="line">
            <a:avLst/>
          </a:prstGeom>
          <a:ln w="25400">
            <a:solidFill>
              <a:srgbClr val="DFEB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00100" y="4203700"/>
            <a:ext cx="27559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7F86"/>
                </a:solidFill>
                <a:latin typeface="DejaVu Sans"/>
              </a:defRPr>
            </a:pPr>
            <a:r>
              <a:t>1. Amplificar región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314700" y="3009900"/>
            <a:ext cx="5334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59200" y="29464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59200" y="30099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254500" y="2349500"/>
            <a:ext cx="381000" cy="0"/>
          </a:xfrm>
          <a:prstGeom prst="line">
            <a:avLst/>
          </a:prstGeom>
          <a:ln w="889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35500" y="2349500"/>
            <a:ext cx="1701800" cy="0"/>
          </a:xfrm>
          <a:prstGeom prst="line">
            <a:avLst/>
          </a:prstGeom>
          <a:ln w="889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337300" y="2349500"/>
            <a:ext cx="381000" cy="0"/>
          </a:xfrm>
          <a:prstGeom prst="line">
            <a:avLst/>
          </a:prstGeom>
          <a:ln w="889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254500" y="2908300"/>
            <a:ext cx="381000" cy="0"/>
          </a:xfrm>
          <a:prstGeom prst="line">
            <a:avLst/>
          </a:prstGeom>
          <a:ln w="889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35500" y="2908300"/>
            <a:ext cx="1701800" cy="0"/>
          </a:xfrm>
          <a:prstGeom prst="line">
            <a:avLst/>
          </a:prstGeom>
          <a:ln w="889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6337300" y="2908300"/>
            <a:ext cx="381000" cy="0"/>
          </a:xfrm>
          <a:prstGeom prst="line">
            <a:avLst/>
          </a:prstGeom>
          <a:ln w="889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254500" y="3467100"/>
            <a:ext cx="381000" cy="0"/>
          </a:xfrm>
          <a:prstGeom prst="line">
            <a:avLst/>
          </a:prstGeom>
          <a:ln w="889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635500" y="3467100"/>
            <a:ext cx="1701800" cy="0"/>
          </a:xfrm>
          <a:prstGeom prst="line">
            <a:avLst/>
          </a:prstGeom>
          <a:ln w="889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337300" y="3467100"/>
            <a:ext cx="381000" cy="0"/>
          </a:xfrm>
          <a:prstGeom prst="line">
            <a:avLst/>
          </a:prstGeom>
          <a:ln w="889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114800" y="4203700"/>
            <a:ext cx="3009900" cy="6385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7F86"/>
                </a:solidFill>
                <a:latin typeface="DejaVu Sans"/>
              </a:defRPr>
            </a:pPr>
            <a:r>
              <a:t>2. Añadir adaptadores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7F86"/>
                </a:solidFill>
                <a:latin typeface="DejaVu Sans"/>
              </a:defRPr>
            </a:pPr>
            <a:r>
              <a:t>e índices de muestra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959600" y="3009900"/>
            <a:ext cx="5334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404100" y="29464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404100" y="30099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7874000" y="2146300"/>
            <a:ext cx="2159000" cy="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216900" y="2362200"/>
            <a:ext cx="2159000" cy="0"/>
          </a:xfrm>
          <a:prstGeom prst="line">
            <a:avLst/>
          </a:prstGeom>
          <a:ln w="635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559800" y="2578100"/>
            <a:ext cx="2159000" cy="0"/>
          </a:xfrm>
          <a:prstGeom prst="line">
            <a:avLst/>
          </a:prstGeom>
          <a:ln w="635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874000" y="2794000"/>
            <a:ext cx="2159000" cy="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216900" y="3009900"/>
            <a:ext cx="2159000" cy="0"/>
          </a:xfrm>
          <a:prstGeom prst="line">
            <a:avLst/>
          </a:prstGeom>
          <a:ln w="635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559800" y="3225800"/>
            <a:ext cx="2159000" cy="0"/>
          </a:xfrm>
          <a:prstGeom prst="line">
            <a:avLst/>
          </a:prstGeom>
          <a:ln w="635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874000" y="3441700"/>
            <a:ext cx="2159000" cy="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216900" y="3657600"/>
            <a:ext cx="2159000" cy="0"/>
          </a:xfrm>
          <a:prstGeom prst="line">
            <a:avLst/>
          </a:prstGeom>
          <a:ln w="635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559800" y="3873500"/>
            <a:ext cx="2159000" cy="0"/>
          </a:xfrm>
          <a:prstGeom prst="line">
            <a:avLst/>
          </a:prstGeom>
          <a:ln w="635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848600" y="4470400"/>
            <a:ext cx="35052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7F86"/>
                </a:solidFill>
                <a:latin typeface="DejaVu Sans"/>
              </a:defRPr>
            </a:pPr>
            <a:r>
              <a:t>3. Secuenciar y comparar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0100" y="5816600"/>
            <a:ext cx="10579100" cy="544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Los índices identifican muestras. Los errores de PCR y el sesgo de primers pueden pasar a las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lecturas.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DOS EJEMPLOS QUE SE COMPLEMENTAN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982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La secuenciación descubre; la PCR comprueba 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sigue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[2,4,5,9]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000" y="1841500"/>
            <a:ext cx="10922000" cy="1587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500" y="30226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346200" y="17780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00100" y="21590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300" y="1892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5273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7000" y="24511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527300" y="2578100"/>
            <a:ext cx="74083" cy="9948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601383" y="2677582"/>
            <a:ext cx="74083" cy="2419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675466" y="2632377"/>
            <a:ext cx="74084" cy="694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749550" y="2521899"/>
            <a:ext cx="74083" cy="11047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823633" y="2453953"/>
            <a:ext cx="74083" cy="67946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97716" y="2453953"/>
            <a:ext cx="74084" cy="26005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971800" y="2479958"/>
            <a:ext cx="74083" cy="10027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045883" y="2580235"/>
            <a:ext cx="74083" cy="9866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119966" y="2678895"/>
            <a:ext cx="74084" cy="2238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194050" y="2630439"/>
            <a:ext cx="74083" cy="7083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3268133" y="2519992"/>
            <a:ext cx="74083" cy="11044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3342216" y="2453521"/>
            <a:ext cx="74084" cy="6647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416300" y="2453521"/>
            <a:ext cx="74083" cy="27807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490383" y="2481328"/>
            <a:ext cx="74083" cy="10104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564466" y="2582370"/>
            <a:ext cx="74084" cy="9781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638550" y="2680180"/>
            <a:ext cx="74083" cy="2055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3712633" y="2628486"/>
            <a:ext cx="74083" cy="72252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3786716" y="2518102"/>
            <a:ext cx="74084" cy="110384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860800" y="2453123"/>
            <a:ext cx="74083" cy="649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934883" y="2453123"/>
            <a:ext cx="74083" cy="29601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008966" y="2482724"/>
            <a:ext cx="74084" cy="101779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083050" y="2584503"/>
            <a:ext cx="74083" cy="96933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157133" y="2681436"/>
            <a:ext cx="74083" cy="18730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231216" y="2626518"/>
            <a:ext cx="74084" cy="73648"/>
          </a:xfrm>
          <a:prstGeom prst="line">
            <a:avLst/>
          </a:prstGeom>
          <a:ln w="508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527300" y="245110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49550" y="2505377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71800" y="2352958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194050" y="2574276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416300" y="2326521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8550" y="2553180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60800" y="2391102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83050" y="2457503"/>
            <a:ext cx="25400" cy="12700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495800" y="2578100"/>
            <a:ext cx="6604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067300" y="25146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067300" y="25781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397500" y="2108200"/>
            <a:ext cx="25273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4276C8"/>
                </a:solidFill>
                <a:latin typeface="DejaVu Sans"/>
              </a:defRPr>
            </a:pPr>
            <a:r>
              <a:t>RNA-seq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7500" y="2667000"/>
            <a:ext cx="25273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Muchos transcritos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937500" y="2578100"/>
            <a:ext cx="609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458200" y="25146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458200" y="25781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839200" y="2108200"/>
            <a:ext cx="25019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F86"/>
                </a:solidFill>
                <a:latin typeface="DejaVu Sans"/>
              </a:defRPr>
            </a:pPr>
            <a:r>
              <a:t>RT-qPCR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39200" y="2667000"/>
            <a:ext cx="25019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Uno o varios genes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5000" y="3746500"/>
            <a:ext cx="109220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9525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652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779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9906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033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160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287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414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0541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0668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795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0922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1049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1176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1303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430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1557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1684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811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1938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065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2192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2319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446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573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2700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827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2954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3081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3208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3335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3462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3589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3716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3843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3970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4097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422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435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447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460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473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485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498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511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524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536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5494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5621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5748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5875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6002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6129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6256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6383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6510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16637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676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689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701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714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727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739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752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765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778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790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18034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161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18288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8415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8542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8669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8796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18923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19050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19177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9304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19431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19558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19685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19812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19939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20066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0193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20320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0447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0574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0701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0828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0955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1082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1209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1336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1463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1590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1717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1844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1971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2098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2225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2352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22479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22606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2733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286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298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311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324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336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349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362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374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2387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400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24130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24257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24384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24511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24638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24765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24892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25019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25146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5273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2540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2552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2565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2578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2590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603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2616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2628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2641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2654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26670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26797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26924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27051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27178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27305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27432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27559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27686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27813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27940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28067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28194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28321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28448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28575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28702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28829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28956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29083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29210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29337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29464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29591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29718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29845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29972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30099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30226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30353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30480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30607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30734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30861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30988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31115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31242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31369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3149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3162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3175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3187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3200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3213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3225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3238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3251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3263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32766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32893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33020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33147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33274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33401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33528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33655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3378200" y="48006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3390900" y="48005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34036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34163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34290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34417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34544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34671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34798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34925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35052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3517900" y="48005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3530600" y="4800598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3543300" y="4800594"/>
            <a:ext cx="12700" cy="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3556000" y="4800578"/>
            <a:ext cx="12700" cy="1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3568700" y="4800526"/>
            <a:ext cx="12700" cy="5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3581400" y="4800366"/>
            <a:ext cx="12700" cy="16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3594100" y="4799911"/>
            <a:ext cx="12700" cy="4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36068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36195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36322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36449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36576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36703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36830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36957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37084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37211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37338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37465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37592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3771900" y="4206875"/>
            <a:ext cx="12700" cy="232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3784600" y="4230155"/>
            <a:ext cx="12700" cy="6450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3797300" y="4294660"/>
            <a:ext cx="12700" cy="917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3810000" y="4386372"/>
            <a:ext cx="12700" cy="10116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3822700" y="4487533"/>
            <a:ext cx="12700" cy="9464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3835400" y="4582180"/>
            <a:ext cx="12700" cy="7775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3848100" y="4659930"/>
            <a:ext cx="12700" cy="5703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3860800" y="4716968"/>
            <a:ext cx="12700" cy="3773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3873500" y="4754702"/>
            <a:ext cx="12700" cy="226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3886200" y="4777347"/>
            <a:ext cx="12700" cy="12378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3898900" y="4789725"/>
            <a:ext cx="12700" cy="618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3911600" y="4795905"/>
            <a:ext cx="12700" cy="282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3924300" y="4798729"/>
            <a:ext cx="12700" cy="118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952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965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977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990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1003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10160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1028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1041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1054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1066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1079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1092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1104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1117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1130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1143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11557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1684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1811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11938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12065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12192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12319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12446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12573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2700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12827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12954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13081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13208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13335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13462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13589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13716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3843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3970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4097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4224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4351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4478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4605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4732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4859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4986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5113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5240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5367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5494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5621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5748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5875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6002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6129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6256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638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651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663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676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1689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1701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714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727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739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752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7653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17780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7907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8034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8161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8288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841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1854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1866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18796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892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905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917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1930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1943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1955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1968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1981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1993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006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0193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20320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20447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20574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20701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20828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20955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21082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21209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21336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21463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21590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21717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21844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21971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22098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22225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22352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V="1">
            <a:off x="22479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22606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22733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22860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22987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23114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23241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23368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23495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23622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23749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23876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24003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24130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24257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24384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24511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24638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24765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24892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2501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2514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2527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2540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>
            <a:off x="2552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2565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2578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>
            <a:off x="2590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2603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2616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26289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2641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2654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26670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26797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26924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27051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27178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2730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27432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2755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2768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2781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2794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2806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2819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2832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2844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2857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2870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28829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V="1">
            <a:off x="28956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29083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29210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 flipV="1">
            <a:off x="29337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 flipV="1">
            <a:off x="29464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V="1">
            <a:off x="29591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29718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 flipV="1">
            <a:off x="29845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V="1">
            <a:off x="29972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 flipV="1">
            <a:off x="30099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30226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 flipV="1">
            <a:off x="30353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30480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 flipV="1">
            <a:off x="30607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 flipV="1">
            <a:off x="30734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V="1">
            <a:off x="30861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V="1">
            <a:off x="30988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V="1">
            <a:off x="31115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3124200" y="4206875"/>
            <a:ext cx="12700" cy="232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3136900" y="4230155"/>
            <a:ext cx="12700" cy="6450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3149600" y="4294660"/>
            <a:ext cx="12700" cy="917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3162300" y="4386372"/>
            <a:ext cx="12700" cy="10116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3175000" y="4487533"/>
            <a:ext cx="12700" cy="9464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3187700" y="4582180"/>
            <a:ext cx="12700" cy="7775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3200400" y="4659930"/>
            <a:ext cx="12700" cy="5703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3213100" y="4716968"/>
            <a:ext cx="12700" cy="3773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3225800" y="4754702"/>
            <a:ext cx="12700" cy="226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3238500" y="4777347"/>
            <a:ext cx="12700" cy="12378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3251200" y="4789725"/>
            <a:ext cx="12700" cy="618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3263900" y="4795905"/>
            <a:ext cx="12700" cy="282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3276600" y="4798729"/>
            <a:ext cx="12700" cy="118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3289300" y="4799911"/>
            <a:ext cx="12700" cy="4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3302000" y="4800366"/>
            <a:ext cx="12700" cy="16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3314700" y="4800526"/>
            <a:ext cx="12700" cy="5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3327400" y="4800578"/>
            <a:ext cx="12700" cy="1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3340100" y="4800594"/>
            <a:ext cx="12700" cy="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3352800" y="4800598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33655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33782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33909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34036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>
            <a:off x="34163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34290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>
            <a:off x="34417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34544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34671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>
            <a:off x="3479800" y="48005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3492500" y="48005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3505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3517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3530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>
            <a:off x="3543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>
            <a:off x="35560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>
            <a:off x="35687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>
            <a:off x="35814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35941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36068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3619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3632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>
            <a:off x="3644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3657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3670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36830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36957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37084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37211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37338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3746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3759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3771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3784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3797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38100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38227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38354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38481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38608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38735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38862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>
            <a:off x="38989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39116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3924300" y="48006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>
            <a:off x="952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965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977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990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1003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>
            <a:off x="10160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>
            <a:off x="10287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>
            <a:off x="10414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10541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>
            <a:off x="10668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>
            <a:off x="1079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>
            <a:off x="1092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>
            <a:off x="1104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>
            <a:off x="1117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1130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>
            <a:off x="11430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>
            <a:off x="11557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>
            <a:off x="11684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>
            <a:off x="11811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11938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>
            <a:off x="1206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>
            <a:off x="1219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V="1">
            <a:off x="12319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>
            <a:off x="1244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>
            <a:off x="1257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>
            <a:off x="1270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1282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1295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>
            <a:off x="1308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1320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333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>
            <a:off x="1346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1358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13716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13843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13970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14097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14224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14351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4478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14605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14732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14859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14986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15113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15240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15367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15494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15621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15748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15875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 flipV="1">
            <a:off x="16002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16129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>
            <a:off x="16256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16383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16510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>
            <a:off x="16637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16764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16891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17018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17145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17272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17399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17526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17653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17780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17907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8034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18161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18288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18415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1854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1866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1879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1892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1905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1917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1930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1943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>
            <a:off x="1955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>
            <a:off x="1968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19812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1993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2006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>
            <a:off x="2019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>
            <a:off x="20320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20447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>
            <a:off x="20574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>
            <a:off x="20701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>
            <a:off x="20828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 flipV="1">
            <a:off x="20955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2108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>
            <a:off x="2120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>
            <a:off x="2133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>
            <a:off x="2146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>
            <a:off x="2159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>
            <a:off x="2171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>
            <a:off x="2184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>
            <a:off x="2197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>
            <a:off x="2209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>
            <a:off x="2222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 flipV="1">
            <a:off x="22352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V="1">
            <a:off x="22479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 flipV="1">
            <a:off x="22606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22733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V="1">
            <a:off x="22860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22987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23114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 flipV="1">
            <a:off x="23241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 flipV="1">
            <a:off x="23368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V="1">
            <a:off x="23495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V="1">
            <a:off x="23622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V="1">
            <a:off x="23749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V="1">
            <a:off x="23876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V="1">
            <a:off x="24003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V="1">
            <a:off x="24130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 flipV="1">
            <a:off x="24257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 flipV="1">
            <a:off x="24384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V="1">
            <a:off x="24511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 flipV="1">
            <a:off x="24638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24765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>
            <a:off x="24892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>
            <a:off x="25019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25146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25273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25400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25527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25654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>
            <a:off x="25781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>
            <a:off x="25908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>
            <a:off x="26035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26162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26289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>
            <a:off x="26416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>
            <a:off x="26543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>
            <a:off x="26670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26797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26924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27051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2717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2730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2743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2755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2768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2781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>
            <a:off x="2794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2806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2819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2832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28448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>
            <a:off x="2857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>
            <a:off x="2870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>
            <a:off x="2882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>
            <a:off x="2895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2908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>
            <a:off x="29210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>
            <a:off x="29337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>
            <a:off x="29464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 flipV="1">
            <a:off x="29591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2971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2984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>
            <a:off x="2997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>
            <a:off x="3009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>
            <a:off x="3022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3035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3048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3060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>
            <a:off x="3073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>
            <a:off x="3086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 flipV="1">
            <a:off x="30988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 flipV="1">
            <a:off x="31115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 flipV="1">
            <a:off x="31242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 flipV="1">
            <a:off x="31369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 flipV="1">
            <a:off x="31496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 flipV="1">
            <a:off x="31623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 flipV="1">
            <a:off x="31750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V="1">
            <a:off x="31877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 flipV="1">
            <a:off x="32004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 flipV="1">
            <a:off x="32131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 flipV="1">
            <a:off x="32258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7" name="Connector 706"/>
          <p:cNvCxnSpPr/>
          <p:nvPr/>
        </p:nvCxnSpPr>
        <p:spPr>
          <a:xfrm flipV="1">
            <a:off x="32385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8" name="Connector 707"/>
          <p:cNvCxnSpPr/>
          <p:nvPr/>
        </p:nvCxnSpPr>
        <p:spPr>
          <a:xfrm flipV="1">
            <a:off x="32512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 flipV="1">
            <a:off x="32639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 flipV="1">
            <a:off x="32766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 flipV="1">
            <a:off x="32893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 flipV="1">
            <a:off x="33020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 flipV="1">
            <a:off x="33147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4" name="Connector 713"/>
          <p:cNvCxnSpPr/>
          <p:nvPr/>
        </p:nvCxnSpPr>
        <p:spPr>
          <a:xfrm flipV="1">
            <a:off x="33274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>
            <a:off x="3340100" y="4206875"/>
            <a:ext cx="12700" cy="232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>
            <a:off x="3352800" y="4230155"/>
            <a:ext cx="12700" cy="6450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>
            <a:off x="3365500" y="4294660"/>
            <a:ext cx="12700" cy="917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>
            <a:off x="3378200" y="4386372"/>
            <a:ext cx="12700" cy="10116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>
            <a:off x="3390900" y="4487533"/>
            <a:ext cx="12700" cy="9464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>
            <a:off x="3403600" y="4582180"/>
            <a:ext cx="12700" cy="7775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>
            <a:off x="3416300" y="4659930"/>
            <a:ext cx="12700" cy="5703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>
            <a:off x="3429000" y="4716968"/>
            <a:ext cx="12700" cy="3773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>
            <a:off x="3441700" y="4754702"/>
            <a:ext cx="12700" cy="226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>
            <a:off x="3454400" y="4777347"/>
            <a:ext cx="12700" cy="12378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>
            <a:off x="3467100" y="4789725"/>
            <a:ext cx="12700" cy="618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>
            <a:off x="3479800" y="4795905"/>
            <a:ext cx="12700" cy="282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>
            <a:off x="3492500" y="4798729"/>
            <a:ext cx="12700" cy="118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>
            <a:off x="3505200" y="4799911"/>
            <a:ext cx="12700" cy="4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>
            <a:off x="3517900" y="4800366"/>
            <a:ext cx="12700" cy="16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>
            <a:off x="3530600" y="4800526"/>
            <a:ext cx="12700" cy="5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 730"/>
          <p:cNvCxnSpPr/>
          <p:nvPr/>
        </p:nvCxnSpPr>
        <p:spPr>
          <a:xfrm>
            <a:off x="3543300" y="4800578"/>
            <a:ext cx="12700" cy="1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>
            <a:off x="3556000" y="4800594"/>
            <a:ext cx="12700" cy="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>
            <a:off x="3568700" y="4800598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>
            <a:off x="35814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>
            <a:off x="35941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>
            <a:off x="36068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>
            <a:off x="36195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8" name="Connector 737"/>
          <p:cNvCxnSpPr/>
          <p:nvPr/>
        </p:nvCxnSpPr>
        <p:spPr>
          <a:xfrm>
            <a:off x="36322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>
            <a:off x="36449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0" name="Connector 739"/>
          <p:cNvCxnSpPr/>
          <p:nvPr/>
        </p:nvCxnSpPr>
        <p:spPr>
          <a:xfrm>
            <a:off x="36576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>
            <a:off x="36703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>
            <a:off x="36830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>
            <a:off x="3695700" y="48005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>
            <a:off x="3708400" y="48005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>
            <a:off x="37211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>
            <a:off x="37338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>
            <a:off x="3746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8" name="Connector 747"/>
          <p:cNvCxnSpPr/>
          <p:nvPr/>
        </p:nvCxnSpPr>
        <p:spPr>
          <a:xfrm>
            <a:off x="3759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>
            <a:off x="3771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>
            <a:off x="3784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3797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>
            <a:off x="38100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>
            <a:off x="38227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>
            <a:off x="38354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>
            <a:off x="38481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6" name="Connector 755"/>
          <p:cNvCxnSpPr/>
          <p:nvPr/>
        </p:nvCxnSpPr>
        <p:spPr>
          <a:xfrm>
            <a:off x="38608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7" name="Connector 756"/>
          <p:cNvCxnSpPr/>
          <p:nvPr/>
        </p:nvCxnSpPr>
        <p:spPr>
          <a:xfrm>
            <a:off x="38735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>
            <a:off x="38862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9" name="Connector 758"/>
          <p:cNvCxnSpPr/>
          <p:nvPr/>
        </p:nvCxnSpPr>
        <p:spPr>
          <a:xfrm>
            <a:off x="38989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0" name="Connector 759"/>
          <p:cNvCxnSpPr/>
          <p:nvPr/>
        </p:nvCxnSpPr>
        <p:spPr>
          <a:xfrm>
            <a:off x="39116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1" name="Connector 760"/>
          <p:cNvCxnSpPr/>
          <p:nvPr/>
        </p:nvCxnSpPr>
        <p:spPr>
          <a:xfrm>
            <a:off x="3924300" y="48006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>
            <a:off x="952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>
            <a:off x="965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977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>
            <a:off x="990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>
            <a:off x="1003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Connector 766"/>
          <p:cNvCxnSpPr/>
          <p:nvPr/>
        </p:nvCxnSpPr>
        <p:spPr>
          <a:xfrm>
            <a:off x="10160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8" name="Connector 767"/>
          <p:cNvCxnSpPr/>
          <p:nvPr/>
        </p:nvCxnSpPr>
        <p:spPr>
          <a:xfrm>
            <a:off x="10287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9" name="Connector 768"/>
          <p:cNvCxnSpPr/>
          <p:nvPr/>
        </p:nvCxnSpPr>
        <p:spPr>
          <a:xfrm>
            <a:off x="10414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0" name="Connector 769"/>
          <p:cNvCxnSpPr/>
          <p:nvPr/>
        </p:nvCxnSpPr>
        <p:spPr>
          <a:xfrm>
            <a:off x="10541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>
            <a:off x="10668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2" name="Connector 771"/>
          <p:cNvCxnSpPr/>
          <p:nvPr/>
        </p:nvCxnSpPr>
        <p:spPr>
          <a:xfrm>
            <a:off x="1079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3" name="Connector 772"/>
          <p:cNvCxnSpPr/>
          <p:nvPr/>
        </p:nvCxnSpPr>
        <p:spPr>
          <a:xfrm>
            <a:off x="1092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4" name="Connector 773"/>
          <p:cNvCxnSpPr/>
          <p:nvPr/>
        </p:nvCxnSpPr>
        <p:spPr>
          <a:xfrm>
            <a:off x="1104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5" name="Connector 774"/>
          <p:cNvCxnSpPr/>
          <p:nvPr/>
        </p:nvCxnSpPr>
        <p:spPr>
          <a:xfrm>
            <a:off x="1117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6" name="Connector 775"/>
          <p:cNvCxnSpPr/>
          <p:nvPr/>
        </p:nvCxnSpPr>
        <p:spPr>
          <a:xfrm>
            <a:off x="1130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7" name="Connector 776"/>
          <p:cNvCxnSpPr/>
          <p:nvPr/>
        </p:nvCxnSpPr>
        <p:spPr>
          <a:xfrm>
            <a:off x="11430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8" name="Connector 777"/>
          <p:cNvCxnSpPr/>
          <p:nvPr/>
        </p:nvCxnSpPr>
        <p:spPr>
          <a:xfrm>
            <a:off x="11557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9" name="Connector 778"/>
          <p:cNvCxnSpPr/>
          <p:nvPr/>
        </p:nvCxnSpPr>
        <p:spPr>
          <a:xfrm>
            <a:off x="11684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0" name="Connector 779"/>
          <p:cNvCxnSpPr/>
          <p:nvPr/>
        </p:nvCxnSpPr>
        <p:spPr>
          <a:xfrm>
            <a:off x="11811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Connector 780"/>
          <p:cNvCxnSpPr/>
          <p:nvPr/>
        </p:nvCxnSpPr>
        <p:spPr>
          <a:xfrm>
            <a:off x="11938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2" name="Connector 781"/>
          <p:cNvCxnSpPr/>
          <p:nvPr/>
        </p:nvCxnSpPr>
        <p:spPr>
          <a:xfrm>
            <a:off x="1206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Connector 782"/>
          <p:cNvCxnSpPr/>
          <p:nvPr/>
        </p:nvCxnSpPr>
        <p:spPr>
          <a:xfrm>
            <a:off x="1219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Connector 783"/>
          <p:cNvCxnSpPr/>
          <p:nvPr/>
        </p:nvCxnSpPr>
        <p:spPr>
          <a:xfrm>
            <a:off x="1231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Connector 784"/>
          <p:cNvCxnSpPr/>
          <p:nvPr/>
        </p:nvCxnSpPr>
        <p:spPr>
          <a:xfrm>
            <a:off x="1244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Connector 785"/>
          <p:cNvCxnSpPr/>
          <p:nvPr/>
        </p:nvCxnSpPr>
        <p:spPr>
          <a:xfrm>
            <a:off x="1257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Connector 786"/>
          <p:cNvCxnSpPr/>
          <p:nvPr/>
        </p:nvCxnSpPr>
        <p:spPr>
          <a:xfrm>
            <a:off x="12700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Connector 787"/>
          <p:cNvCxnSpPr/>
          <p:nvPr/>
        </p:nvCxnSpPr>
        <p:spPr>
          <a:xfrm>
            <a:off x="12827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9" name="Connector 788"/>
          <p:cNvCxnSpPr/>
          <p:nvPr/>
        </p:nvCxnSpPr>
        <p:spPr>
          <a:xfrm>
            <a:off x="12954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0" name="Connector 789"/>
          <p:cNvCxnSpPr/>
          <p:nvPr/>
        </p:nvCxnSpPr>
        <p:spPr>
          <a:xfrm>
            <a:off x="13081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1" name="Connector 790"/>
          <p:cNvCxnSpPr/>
          <p:nvPr/>
        </p:nvCxnSpPr>
        <p:spPr>
          <a:xfrm>
            <a:off x="13208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Connector 791"/>
          <p:cNvCxnSpPr/>
          <p:nvPr/>
        </p:nvCxnSpPr>
        <p:spPr>
          <a:xfrm>
            <a:off x="1333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Connector 792"/>
          <p:cNvCxnSpPr/>
          <p:nvPr/>
        </p:nvCxnSpPr>
        <p:spPr>
          <a:xfrm>
            <a:off x="1346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Connector 793"/>
          <p:cNvCxnSpPr/>
          <p:nvPr/>
        </p:nvCxnSpPr>
        <p:spPr>
          <a:xfrm>
            <a:off x="1358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Connector 794"/>
          <p:cNvCxnSpPr/>
          <p:nvPr/>
        </p:nvCxnSpPr>
        <p:spPr>
          <a:xfrm>
            <a:off x="1371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Connector 795"/>
          <p:cNvCxnSpPr/>
          <p:nvPr/>
        </p:nvCxnSpPr>
        <p:spPr>
          <a:xfrm>
            <a:off x="1384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Connector 796"/>
          <p:cNvCxnSpPr/>
          <p:nvPr/>
        </p:nvCxnSpPr>
        <p:spPr>
          <a:xfrm>
            <a:off x="13970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Connector 797"/>
          <p:cNvCxnSpPr/>
          <p:nvPr/>
        </p:nvCxnSpPr>
        <p:spPr>
          <a:xfrm>
            <a:off x="14097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Connector 798"/>
          <p:cNvCxnSpPr/>
          <p:nvPr/>
        </p:nvCxnSpPr>
        <p:spPr>
          <a:xfrm>
            <a:off x="14224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Connector 799"/>
          <p:cNvCxnSpPr/>
          <p:nvPr/>
        </p:nvCxnSpPr>
        <p:spPr>
          <a:xfrm>
            <a:off x="14351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Connector 800"/>
          <p:cNvCxnSpPr/>
          <p:nvPr/>
        </p:nvCxnSpPr>
        <p:spPr>
          <a:xfrm flipV="1">
            <a:off x="14478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Connector 801"/>
          <p:cNvCxnSpPr/>
          <p:nvPr/>
        </p:nvCxnSpPr>
        <p:spPr>
          <a:xfrm>
            <a:off x="1460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 802"/>
          <p:cNvCxnSpPr/>
          <p:nvPr/>
        </p:nvCxnSpPr>
        <p:spPr>
          <a:xfrm>
            <a:off x="1473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Connector 803"/>
          <p:cNvCxnSpPr/>
          <p:nvPr/>
        </p:nvCxnSpPr>
        <p:spPr>
          <a:xfrm>
            <a:off x="1485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Connector 804"/>
          <p:cNvCxnSpPr/>
          <p:nvPr/>
        </p:nvCxnSpPr>
        <p:spPr>
          <a:xfrm>
            <a:off x="1498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Connector 805"/>
          <p:cNvCxnSpPr/>
          <p:nvPr/>
        </p:nvCxnSpPr>
        <p:spPr>
          <a:xfrm>
            <a:off x="1511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Connector 806"/>
          <p:cNvCxnSpPr/>
          <p:nvPr/>
        </p:nvCxnSpPr>
        <p:spPr>
          <a:xfrm>
            <a:off x="1524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Connector 807"/>
          <p:cNvCxnSpPr/>
          <p:nvPr/>
        </p:nvCxnSpPr>
        <p:spPr>
          <a:xfrm>
            <a:off x="1536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Connector 808"/>
          <p:cNvCxnSpPr/>
          <p:nvPr/>
        </p:nvCxnSpPr>
        <p:spPr>
          <a:xfrm>
            <a:off x="1549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Connector 809"/>
          <p:cNvCxnSpPr/>
          <p:nvPr/>
        </p:nvCxnSpPr>
        <p:spPr>
          <a:xfrm>
            <a:off x="1562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Connector 810"/>
          <p:cNvCxnSpPr/>
          <p:nvPr/>
        </p:nvCxnSpPr>
        <p:spPr>
          <a:xfrm>
            <a:off x="1574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Connector 811"/>
          <p:cNvCxnSpPr/>
          <p:nvPr/>
        </p:nvCxnSpPr>
        <p:spPr>
          <a:xfrm flipV="1">
            <a:off x="15875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Connector 812"/>
          <p:cNvCxnSpPr/>
          <p:nvPr/>
        </p:nvCxnSpPr>
        <p:spPr>
          <a:xfrm flipV="1">
            <a:off x="16002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Connector 813"/>
          <p:cNvCxnSpPr/>
          <p:nvPr/>
        </p:nvCxnSpPr>
        <p:spPr>
          <a:xfrm flipV="1">
            <a:off x="16129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 flipV="1">
            <a:off x="16256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Connector 815"/>
          <p:cNvCxnSpPr/>
          <p:nvPr/>
        </p:nvCxnSpPr>
        <p:spPr>
          <a:xfrm flipV="1">
            <a:off x="16383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Connector 816"/>
          <p:cNvCxnSpPr/>
          <p:nvPr/>
        </p:nvCxnSpPr>
        <p:spPr>
          <a:xfrm flipV="1">
            <a:off x="16510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8" name="Connector 817"/>
          <p:cNvCxnSpPr/>
          <p:nvPr/>
        </p:nvCxnSpPr>
        <p:spPr>
          <a:xfrm flipV="1">
            <a:off x="16637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 flipV="1">
            <a:off x="16764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0" name="Connector 819"/>
          <p:cNvCxnSpPr/>
          <p:nvPr/>
        </p:nvCxnSpPr>
        <p:spPr>
          <a:xfrm flipV="1">
            <a:off x="16891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Connector 820"/>
          <p:cNvCxnSpPr/>
          <p:nvPr/>
        </p:nvCxnSpPr>
        <p:spPr>
          <a:xfrm flipV="1">
            <a:off x="17018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2" name="Connector 821"/>
          <p:cNvCxnSpPr/>
          <p:nvPr/>
        </p:nvCxnSpPr>
        <p:spPr>
          <a:xfrm flipV="1">
            <a:off x="17145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3" name="Connector 822"/>
          <p:cNvCxnSpPr/>
          <p:nvPr/>
        </p:nvCxnSpPr>
        <p:spPr>
          <a:xfrm flipV="1">
            <a:off x="17272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4" name="Connector 823"/>
          <p:cNvCxnSpPr/>
          <p:nvPr/>
        </p:nvCxnSpPr>
        <p:spPr>
          <a:xfrm flipV="1">
            <a:off x="17399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Connector 824"/>
          <p:cNvCxnSpPr/>
          <p:nvPr/>
        </p:nvCxnSpPr>
        <p:spPr>
          <a:xfrm flipV="1">
            <a:off x="17526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Connector 825"/>
          <p:cNvCxnSpPr/>
          <p:nvPr/>
        </p:nvCxnSpPr>
        <p:spPr>
          <a:xfrm flipV="1">
            <a:off x="17653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Connector 826"/>
          <p:cNvCxnSpPr/>
          <p:nvPr/>
        </p:nvCxnSpPr>
        <p:spPr>
          <a:xfrm flipV="1">
            <a:off x="17780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Connector 827"/>
          <p:cNvCxnSpPr/>
          <p:nvPr/>
        </p:nvCxnSpPr>
        <p:spPr>
          <a:xfrm flipV="1">
            <a:off x="17907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Connector 828"/>
          <p:cNvCxnSpPr/>
          <p:nvPr/>
        </p:nvCxnSpPr>
        <p:spPr>
          <a:xfrm flipV="1">
            <a:off x="18034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Connector 829"/>
          <p:cNvCxnSpPr/>
          <p:nvPr/>
        </p:nvCxnSpPr>
        <p:spPr>
          <a:xfrm flipV="1">
            <a:off x="18161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1" name="Connector 830"/>
          <p:cNvCxnSpPr/>
          <p:nvPr/>
        </p:nvCxnSpPr>
        <p:spPr>
          <a:xfrm>
            <a:off x="18288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2" name="Connector 831"/>
          <p:cNvCxnSpPr/>
          <p:nvPr/>
        </p:nvCxnSpPr>
        <p:spPr>
          <a:xfrm>
            <a:off x="18415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3" name="Connector 832"/>
          <p:cNvCxnSpPr/>
          <p:nvPr/>
        </p:nvCxnSpPr>
        <p:spPr>
          <a:xfrm>
            <a:off x="18542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4" name="Connector 833"/>
          <p:cNvCxnSpPr/>
          <p:nvPr/>
        </p:nvCxnSpPr>
        <p:spPr>
          <a:xfrm>
            <a:off x="18669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5" name="Connector 834"/>
          <p:cNvCxnSpPr/>
          <p:nvPr/>
        </p:nvCxnSpPr>
        <p:spPr>
          <a:xfrm>
            <a:off x="18796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6" name="Connector 835"/>
          <p:cNvCxnSpPr/>
          <p:nvPr/>
        </p:nvCxnSpPr>
        <p:spPr>
          <a:xfrm>
            <a:off x="18923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7" name="Connector 836"/>
          <p:cNvCxnSpPr/>
          <p:nvPr/>
        </p:nvCxnSpPr>
        <p:spPr>
          <a:xfrm>
            <a:off x="19050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8" name="Connector 837"/>
          <p:cNvCxnSpPr/>
          <p:nvPr/>
        </p:nvCxnSpPr>
        <p:spPr>
          <a:xfrm>
            <a:off x="19177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9" name="Connector 838"/>
          <p:cNvCxnSpPr/>
          <p:nvPr/>
        </p:nvCxnSpPr>
        <p:spPr>
          <a:xfrm>
            <a:off x="19304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0" name="Connector 839"/>
          <p:cNvCxnSpPr/>
          <p:nvPr/>
        </p:nvCxnSpPr>
        <p:spPr>
          <a:xfrm>
            <a:off x="19431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1" name="Connector 840"/>
          <p:cNvCxnSpPr/>
          <p:nvPr/>
        </p:nvCxnSpPr>
        <p:spPr>
          <a:xfrm>
            <a:off x="19558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2" name="Connector 841"/>
          <p:cNvCxnSpPr/>
          <p:nvPr/>
        </p:nvCxnSpPr>
        <p:spPr>
          <a:xfrm>
            <a:off x="19685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3" name="Connector 842"/>
          <p:cNvCxnSpPr/>
          <p:nvPr/>
        </p:nvCxnSpPr>
        <p:spPr>
          <a:xfrm>
            <a:off x="19812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4" name="Connector 843"/>
          <p:cNvCxnSpPr/>
          <p:nvPr/>
        </p:nvCxnSpPr>
        <p:spPr>
          <a:xfrm>
            <a:off x="19939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5" name="Connector 844"/>
          <p:cNvCxnSpPr/>
          <p:nvPr/>
        </p:nvCxnSpPr>
        <p:spPr>
          <a:xfrm>
            <a:off x="20066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6" name="Connector 845"/>
          <p:cNvCxnSpPr/>
          <p:nvPr/>
        </p:nvCxnSpPr>
        <p:spPr>
          <a:xfrm>
            <a:off x="20193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7" name="Connector 846"/>
          <p:cNvCxnSpPr/>
          <p:nvPr/>
        </p:nvCxnSpPr>
        <p:spPr>
          <a:xfrm>
            <a:off x="20320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8" name="Connector 847"/>
          <p:cNvCxnSpPr/>
          <p:nvPr/>
        </p:nvCxnSpPr>
        <p:spPr>
          <a:xfrm>
            <a:off x="20447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9" name="Connector 848"/>
          <p:cNvCxnSpPr/>
          <p:nvPr/>
        </p:nvCxnSpPr>
        <p:spPr>
          <a:xfrm>
            <a:off x="20574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0" name="Connector 849"/>
          <p:cNvCxnSpPr/>
          <p:nvPr/>
        </p:nvCxnSpPr>
        <p:spPr>
          <a:xfrm>
            <a:off x="2070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1" name="Connector 850"/>
          <p:cNvCxnSpPr/>
          <p:nvPr/>
        </p:nvCxnSpPr>
        <p:spPr>
          <a:xfrm>
            <a:off x="2082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2" name="Connector 851"/>
          <p:cNvCxnSpPr/>
          <p:nvPr/>
        </p:nvCxnSpPr>
        <p:spPr>
          <a:xfrm>
            <a:off x="2095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3" name="Connector 852"/>
          <p:cNvCxnSpPr/>
          <p:nvPr/>
        </p:nvCxnSpPr>
        <p:spPr>
          <a:xfrm>
            <a:off x="2108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4" name="Connector 853"/>
          <p:cNvCxnSpPr/>
          <p:nvPr/>
        </p:nvCxnSpPr>
        <p:spPr>
          <a:xfrm>
            <a:off x="2120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5" name="Connector 854"/>
          <p:cNvCxnSpPr/>
          <p:nvPr/>
        </p:nvCxnSpPr>
        <p:spPr>
          <a:xfrm>
            <a:off x="2133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6" name="Connector 855"/>
          <p:cNvCxnSpPr/>
          <p:nvPr/>
        </p:nvCxnSpPr>
        <p:spPr>
          <a:xfrm>
            <a:off x="2146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7" name="Connector 856"/>
          <p:cNvCxnSpPr/>
          <p:nvPr/>
        </p:nvCxnSpPr>
        <p:spPr>
          <a:xfrm>
            <a:off x="2159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8" name="Connector 857"/>
          <p:cNvCxnSpPr/>
          <p:nvPr/>
        </p:nvCxnSpPr>
        <p:spPr>
          <a:xfrm>
            <a:off x="2171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9" name="Connector 858"/>
          <p:cNvCxnSpPr/>
          <p:nvPr/>
        </p:nvCxnSpPr>
        <p:spPr>
          <a:xfrm>
            <a:off x="2184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0" name="Connector 859"/>
          <p:cNvCxnSpPr/>
          <p:nvPr/>
        </p:nvCxnSpPr>
        <p:spPr>
          <a:xfrm>
            <a:off x="21971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1" name="Connector 860"/>
          <p:cNvCxnSpPr/>
          <p:nvPr/>
        </p:nvCxnSpPr>
        <p:spPr>
          <a:xfrm>
            <a:off x="22098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2" name="Connector 861"/>
          <p:cNvCxnSpPr/>
          <p:nvPr/>
        </p:nvCxnSpPr>
        <p:spPr>
          <a:xfrm>
            <a:off x="2222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3" name="Connector 862"/>
          <p:cNvCxnSpPr/>
          <p:nvPr/>
        </p:nvCxnSpPr>
        <p:spPr>
          <a:xfrm>
            <a:off x="2235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4" name="Connector 863"/>
          <p:cNvCxnSpPr/>
          <p:nvPr/>
        </p:nvCxnSpPr>
        <p:spPr>
          <a:xfrm>
            <a:off x="2247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5" name="Connector 864"/>
          <p:cNvCxnSpPr/>
          <p:nvPr/>
        </p:nvCxnSpPr>
        <p:spPr>
          <a:xfrm>
            <a:off x="2260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>
            <a:off x="2273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>
            <a:off x="22860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>
            <a:off x="22987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 flipV="1">
            <a:off x="23114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0" name="Connector 869"/>
          <p:cNvCxnSpPr/>
          <p:nvPr/>
        </p:nvCxnSpPr>
        <p:spPr>
          <a:xfrm>
            <a:off x="2324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1" name="Connector 870"/>
          <p:cNvCxnSpPr/>
          <p:nvPr/>
        </p:nvCxnSpPr>
        <p:spPr>
          <a:xfrm>
            <a:off x="2336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2" name="Connector 871"/>
          <p:cNvCxnSpPr/>
          <p:nvPr/>
        </p:nvCxnSpPr>
        <p:spPr>
          <a:xfrm>
            <a:off x="2349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3" name="Connector 872"/>
          <p:cNvCxnSpPr/>
          <p:nvPr/>
        </p:nvCxnSpPr>
        <p:spPr>
          <a:xfrm>
            <a:off x="2362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4" name="Connector 873"/>
          <p:cNvCxnSpPr/>
          <p:nvPr/>
        </p:nvCxnSpPr>
        <p:spPr>
          <a:xfrm>
            <a:off x="2374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5" name="Connector 874"/>
          <p:cNvCxnSpPr/>
          <p:nvPr/>
        </p:nvCxnSpPr>
        <p:spPr>
          <a:xfrm>
            <a:off x="2387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6" name="Connector 875"/>
          <p:cNvCxnSpPr/>
          <p:nvPr/>
        </p:nvCxnSpPr>
        <p:spPr>
          <a:xfrm>
            <a:off x="2400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7" name="Connector 876"/>
          <p:cNvCxnSpPr/>
          <p:nvPr/>
        </p:nvCxnSpPr>
        <p:spPr>
          <a:xfrm>
            <a:off x="2413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8" name="Connector 877"/>
          <p:cNvCxnSpPr/>
          <p:nvPr/>
        </p:nvCxnSpPr>
        <p:spPr>
          <a:xfrm>
            <a:off x="2425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9" name="Connector 878"/>
          <p:cNvCxnSpPr/>
          <p:nvPr/>
        </p:nvCxnSpPr>
        <p:spPr>
          <a:xfrm>
            <a:off x="2438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0" name="Connector 879"/>
          <p:cNvCxnSpPr/>
          <p:nvPr/>
        </p:nvCxnSpPr>
        <p:spPr>
          <a:xfrm flipV="1">
            <a:off x="24511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1" name="Connector 880"/>
          <p:cNvCxnSpPr/>
          <p:nvPr/>
        </p:nvCxnSpPr>
        <p:spPr>
          <a:xfrm flipV="1">
            <a:off x="24638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2" name="Connector 881"/>
          <p:cNvCxnSpPr/>
          <p:nvPr/>
        </p:nvCxnSpPr>
        <p:spPr>
          <a:xfrm flipV="1">
            <a:off x="24765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3" name="Connector 882"/>
          <p:cNvCxnSpPr/>
          <p:nvPr/>
        </p:nvCxnSpPr>
        <p:spPr>
          <a:xfrm flipV="1">
            <a:off x="24892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4" name="Connector 883"/>
          <p:cNvCxnSpPr/>
          <p:nvPr/>
        </p:nvCxnSpPr>
        <p:spPr>
          <a:xfrm flipV="1">
            <a:off x="25019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5" name="Connector 884"/>
          <p:cNvCxnSpPr/>
          <p:nvPr/>
        </p:nvCxnSpPr>
        <p:spPr>
          <a:xfrm flipV="1">
            <a:off x="25146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6" name="Connector 885"/>
          <p:cNvCxnSpPr/>
          <p:nvPr/>
        </p:nvCxnSpPr>
        <p:spPr>
          <a:xfrm flipV="1">
            <a:off x="25273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7" name="Connector 886"/>
          <p:cNvCxnSpPr/>
          <p:nvPr/>
        </p:nvCxnSpPr>
        <p:spPr>
          <a:xfrm flipV="1">
            <a:off x="25400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8" name="Connector 887"/>
          <p:cNvCxnSpPr/>
          <p:nvPr/>
        </p:nvCxnSpPr>
        <p:spPr>
          <a:xfrm flipV="1">
            <a:off x="25527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9" name="Connector 888"/>
          <p:cNvCxnSpPr/>
          <p:nvPr/>
        </p:nvCxnSpPr>
        <p:spPr>
          <a:xfrm flipV="1">
            <a:off x="25654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0" name="Connector 889"/>
          <p:cNvCxnSpPr/>
          <p:nvPr/>
        </p:nvCxnSpPr>
        <p:spPr>
          <a:xfrm flipV="1">
            <a:off x="25781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1" name="Connector 890"/>
          <p:cNvCxnSpPr/>
          <p:nvPr/>
        </p:nvCxnSpPr>
        <p:spPr>
          <a:xfrm flipV="1">
            <a:off x="25908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2" name="Connector 891"/>
          <p:cNvCxnSpPr/>
          <p:nvPr/>
        </p:nvCxnSpPr>
        <p:spPr>
          <a:xfrm flipV="1">
            <a:off x="26035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3" name="Connector 892"/>
          <p:cNvCxnSpPr/>
          <p:nvPr/>
        </p:nvCxnSpPr>
        <p:spPr>
          <a:xfrm flipV="1">
            <a:off x="26162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4" name="Connector 893"/>
          <p:cNvCxnSpPr/>
          <p:nvPr/>
        </p:nvCxnSpPr>
        <p:spPr>
          <a:xfrm flipV="1">
            <a:off x="26289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5" name="Connector 894"/>
          <p:cNvCxnSpPr/>
          <p:nvPr/>
        </p:nvCxnSpPr>
        <p:spPr>
          <a:xfrm flipV="1">
            <a:off x="26416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6" name="Connector 895"/>
          <p:cNvCxnSpPr/>
          <p:nvPr/>
        </p:nvCxnSpPr>
        <p:spPr>
          <a:xfrm flipV="1">
            <a:off x="26543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7" name="Connector 896"/>
          <p:cNvCxnSpPr/>
          <p:nvPr/>
        </p:nvCxnSpPr>
        <p:spPr>
          <a:xfrm flipV="1">
            <a:off x="26670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8" name="Connector 897"/>
          <p:cNvCxnSpPr/>
          <p:nvPr/>
        </p:nvCxnSpPr>
        <p:spPr>
          <a:xfrm flipV="1">
            <a:off x="26797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9" name="Connector 898"/>
          <p:cNvCxnSpPr/>
          <p:nvPr/>
        </p:nvCxnSpPr>
        <p:spPr>
          <a:xfrm>
            <a:off x="26924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0" name="Connector 899"/>
          <p:cNvCxnSpPr/>
          <p:nvPr/>
        </p:nvCxnSpPr>
        <p:spPr>
          <a:xfrm>
            <a:off x="27051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1" name="Connector 900"/>
          <p:cNvCxnSpPr/>
          <p:nvPr/>
        </p:nvCxnSpPr>
        <p:spPr>
          <a:xfrm>
            <a:off x="27178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2" name="Connector 901"/>
          <p:cNvCxnSpPr/>
          <p:nvPr/>
        </p:nvCxnSpPr>
        <p:spPr>
          <a:xfrm>
            <a:off x="27305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3" name="Connector 902"/>
          <p:cNvCxnSpPr/>
          <p:nvPr/>
        </p:nvCxnSpPr>
        <p:spPr>
          <a:xfrm>
            <a:off x="27432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4" name="Connector 903"/>
          <p:cNvCxnSpPr/>
          <p:nvPr/>
        </p:nvCxnSpPr>
        <p:spPr>
          <a:xfrm>
            <a:off x="27559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5" name="Connector 904"/>
          <p:cNvCxnSpPr/>
          <p:nvPr/>
        </p:nvCxnSpPr>
        <p:spPr>
          <a:xfrm>
            <a:off x="27686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>
            <a:off x="27813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" name="Connector 906"/>
          <p:cNvCxnSpPr/>
          <p:nvPr/>
        </p:nvCxnSpPr>
        <p:spPr>
          <a:xfrm>
            <a:off x="27940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8" name="Connector 907"/>
          <p:cNvCxnSpPr/>
          <p:nvPr/>
        </p:nvCxnSpPr>
        <p:spPr>
          <a:xfrm>
            <a:off x="28067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9" name="Connector 908"/>
          <p:cNvCxnSpPr/>
          <p:nvPr/>
        </p:nvCxnSpPr>
        <p:spPr>
          <a:xfrm>
            <a:off x="28194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" name="Connector 909"/>
          <p:cNvCxnSpPr/>
          <p:nvPr/>
        </p:nvCxnSpPr>
        <p:spPr>
          <a:xfrm>
            <a:off x="28321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1" name="Connector 910"/>
          <p:cNvCxnSpPr/>
          <p:nvPr/>
        </p:nvCxnSpPr>
        <p:spPr>
          <a:xfrm>
            <a:off x="28448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2" name="Connector 911"/>
          <p:cNvCxnSpPr/>
          <p:nvPr/>
        </p:nvCxnSpPr>
        <p:spPr>
          <a:xfrm>
            <a:off x="28575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3" name="Connector 912"/>
          <p:cNvCxnSpPr/>
          <p:nvPr/>
        </p:nvCxnSpPr>
        <p:spPr>
          <a:xfrm>
            <a:off x="28702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4" name="Connector 913"/>
          <p:cNvCxnSpPr/>
          <p:nvPr/>
        </p:nvCxnSpPr>
        <p:spPr>
          <a:xfrm>
            <a:off x="28829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5" name="Connector 914"/>
          <p:cNvCxnSpPr/>
          <p:nvPr/>
        </p:nvCxnSpPr>
        <p:spPr>
          <a:xfrm>
            <a:off x="28956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6" name="Connector 915"/>
          <p:cNvCxnSpPr/>
          <p:nvPr/>
        </p:nvCxnSpPr>
        <p:spPr>
          <a:xfrm>
            <a:off x="29083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29210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2933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2946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2959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>
            <a:off x="2971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>
            <a:off x="2984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3" name="Connector 922"/>
          <p:cNvCxnSpPr/>
          <p:nvPr/>
        </p:nvCxnSpPr>
        <p:spPr>
          <a:xfrm>
            <a:off x="2997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4" name="Connector 923"/>
          <p:cNvCxnSpPr/>
          <p:nvPr/>
        </p:nvCxnSpPr>
        <p:spPr>
          <a:xfrm>
            <a:off x="3009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5" name="Connector 924"/>
          <p:cNvCxnSpPr/>
          <p:nvPr/>
        </p:nvCxnSpPr>
        <p:spPr>
          <a:xfrm>
            <a:off x="3022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3035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3048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30607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>
            <a:off x="30734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>
            <a:off x="30861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>
            <a:off x="30988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2" name="Connector 931"/>
          <p:cNvCxnSpPr/>
          <p:nvPr/>
        </p:nvCxnSpPr>
        <p:spPr>
          <a:xfrm>
            <a:off x="31115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3" name="Connector 932"/>
          <p:cNvCxnSpPr/>
          <p:nvPr/>
        </p:nvCxnSpPr>
        <p:spPr>
          <a:xfrm>
            <a:off x="31242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4" name="Connector 933"/>
          <p:cNvCxnSpPr/>
          <p:nvPr/>
        </p:nvCxnSpPr>
        <p:spPr>
          <a:xfrm>
            <a:off x="31369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5" name="Connector 934"/>
          <p:cNvCxnSpPr/>
          <p:nvPr/>
        </p:nvCxnSpPr>
        <p:spPr>
          <a:xfrm>
            <a:off x="31496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6" name="Connector 935"/>
          <p:cNvCxnSpPr/>
          <p:nvPr/>
        </p:nvCxnSpPr>
        <p:spPr>
          <a:xfrm>
            <a:off x="3162300" y="48006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7" name="Connector 936"/>
          <p:cNvCxnSpPr/>
          <p:nvPr/>
        </p:nvCxnSpPr>
        <p:spPr>
          <a:xfrm flipV="1">
            <a:off x="31750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8" name="Connector 937"/>
          <p:cNvCxnSpPr/>
          <p:nvPr/>
        </p:nvCxnSpPr>
        <p:spPr>
          <a:xfrm>
            <a:off x="3187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9" name="Connector 938"/>
          <p:cNvCxnSpPr/>
          <p:nvPr/>
        </p:nvCxnSpPr>
        <p:spPr>
          <a:xfrm>
            <a:off x="3200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>
            <a:off x="3213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>
            <a:off x="3225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>
            <a:off x="3238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>
            <a:off x="3251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4" name="Connector 943"/>
          <p:cNvCxnSpPr/>
          <p:nvPr/>
        </p:nvCxnSpPr>
        <p:spPr>
          <a:xfrm>
            <a:off x="3263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5" name="Connector 944"/>
          <p:cNvCxnSpPr/>
          <p:nvPr/>
        </p:nvCxnSpPr>
        <p:spPr>
          <a:xfrm>
            <a:off x="3276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6" name="Connector 945"/>
          <p:cNvCxnSpPr/>
          <p:nvPr/>
        </p:nvCxnSpPr>
        <p:spPr>
          <a:xfrm>
            <a:off x="3289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7" name="Connector 946"/>
          <p:cNvCxnSpPr/>
          <p:nvPr/>
        </p:nvCxnSpPr>
        <p:spPr>
          <a:xfrm>
            <a:off x="3302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 flipV="1">
            <a:off x="33147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 flipV="1">
            <a:off x="33274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V="1">
            <a:off x="33401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V="1">
            <a:off x="33528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 flipV="1">
            <a:off x="33655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33782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 flipV="1">
            <a:off x="33909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 flipV="1">
            <a:off x="34036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 flipV="1">
            <a:off x="34163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7" name="Connector 956"/>
          <p:cNvCxnSpPr/>
          <p:nvPr/>
        </p:nvCxnSpPr>
        <p:spPr>
          <a:xfrm flipV="1">
            <a:off x="34290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8" name="Connector 957"/>
          <p:cNvCxnSpPr/>
          <p:nvPr/>
        </p:nvCxnSpPr>
        <p:spPr>
          <a:xfrm flipV="1">
            <a:off x="34417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9" name="Connector 958"/>
          <p:cNvCxnSpPr/>
          <p:nvPr/>
        </p:nvCxnSpPr>
        <p:spPr>
          <a:xfrm flipV="1">
            <a:off x="34544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 flipV="1">
            <a:off x="34671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1" name="Connector 960"/>
          <p:cNvCxnSpPr/>
          <p:nvPr/>
        </p:nvCxnSpPr>
        <p:spPr>
          <a:xfrm flipV="1">
            <a:off x="34798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2" name="Connector 961"/>
          <p:cNvCxnSpPr/>
          <p:nvPr/>
        </p:nvCxnSpPr>
        <p:spPr>
          <a:xfrm flipV="1">
            <a:off x="34925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 flipV="1">
            <a:off x="35052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 flipV="1">
            <a:off x="35179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 flipV="1">
            <a:off x="35306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 flipV="1">
            <a:off x="35433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3556000" y="4206875"/>
            <a:ext cx="12700" cy="232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3568700" y="4230155"/>
            <a:ext cx="12700" cy="6450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9" name="Connector 968"/>
          <p:cNvCxnSpPr/>
          <p:nvPr/>
        </p:nvCxnSpPr>
        <p:spPr>
          <a:xfrm>
            <a:off x="3581400" y="4294660"/>
            <a:ext cx="12700" cy="917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0" name="Connector 969"/>
          <p:cNvCxnSpPr/>
          <p:nvPr/>
        </p:nvCxnSpPr>
        <p:spPr>
          <a:xfrm>
            <a:off x="3594100" y="4386372"/>
            <a:ext cx="12700" cy="10116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3606800" y="4487533"/>
            <a:ext cx="12700" cy="9464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3619500" y="4582180"/>
            <a:ext cx="12700" cy="7775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>
            <a:off x="3632200" y="4659930"/>
            <a:ext cx="12700" cy="5703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>
            <a:off x="3644900" y="4716968"/>
            <a:ext cx="12700" cy="3773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>
            <a:off x="3657600" y="4754702"/>
            <a:ext cx="12700" cy="226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>
            <a:off x="3670300" y="4777347"/>
            <a:ext cx="12700" cy="12378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>
            <a:off x="3683000" y="4789725"/>
            <a:ext cx="12700" cy="618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>
            <a:off x="3695700" y="4795905"/>
            <a:ext cx="12700" cy="282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>
            <a:off x="3708400" y="4798729"/>
            <a:ext cx="12700" cy="118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>
            <a:off x="3721100" y="4799911"/>
            <a:ext cx="12700" cy="4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3733800" y="4800366"/>
            <a:ext cx="12700" cy="16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3746500" y="4800526"/>
            <a:ext cx="12700" cy="5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>
            <a:off x="3759200" y="4800578"/>
            <a:ext cx="12700" cy="1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>
            <a:off x="3771900" y="4800594"/>
            <a:ext cx="12700" cy="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>
            <a:off x="3784600" y="4800598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>
            <a:off x="37973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38100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38227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38354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38481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38608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38735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38862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38989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3911600" y="48005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3924300" y="48005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4495800" y="4521200"/>
            <a:ext cx="6604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5067300" y="4457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 flipV="1">
            <a:off x="5067300" y="4521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0" name="TextBox 999"/>
          <p:cNvSpPr txBox="1"/>
          <p:nvPr/>
        </p:nvSpPr>
        <p:spPr>
          <a:xfrm>
            <a:off x="5397500" y="4025900"/>
            <a:ext cx="25273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4276C8"/>
                </a:solidFill>
                <a:latin typeface="DejaVu Sans"/>
              </a:defRPr>
            </a:pPr>
            <a:r>
              <a:t>NGS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5397500" y="4584700"/>
            <a:ext cx="2527300" cy="3261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83443"/>
                </a:solidFill>
                <a:latin typeface="DejaVu Sans"/>
              </a:defRPr>
            </a:pPr>
            <a:r>
              <a:t>Encontrar variantes</a:t>
            </a:r>
          </a:p>
        </p:txBody>
      </p:sp>
      <p:cxnSp>
        <p:nvCxnSpPr>
          <p:cNvPr id="1002" name="Connector 1001"/>
          <p:cNvCxnSpPr/>
          <p:nvPr/>
        </p:nvCxnSpPr>
        <p:spPr>
          <a:xfrm>
            <a:off x="7937500" y="4521200"/>
            <a:ext cx="6096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8458200" y="44577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V="1">
            <a:off x="8458200" y="4521200"/>
            <a:ext cx="88900" cy="6350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5" name="Oval 1004"/>
          <p:cNvSpPr/>
          <p:nvPr/>
        </p:nvSpPr>
        <p:spPr>
          <a:xfrm>
            <a:off x="8890000" y="4000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xfrm>
            <a:off x="9169400" y="4000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xfrm>
            <a:off x="9448800" y="4000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xfrm>
            <a:off x="9728200" y="4000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xfrm>
            <a:off x="10007600" y="40005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xfrm>
            <a:off x="10287000" y="40005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xfrm>
            <a:off x="10566400" y="4000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Oval 1011"/>
          <p:cNvSpPr/>
          <p:nvPr/>
        </p:nvSpPr>
        <p:spPr>
          <a:xfrm>
            <a:off x="8890000" y="42799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Oval 1012"/>
          <p:cNvSpPr/>
          <p:nvPr/>
        </p:nvSpPr>
        <p:spPr>
          <a:xfrm>
            <a:off x="9169400" y="42799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Oval 1013"/>
          <p:cNvSpPr/>
          <p:nvPr/>
        </p:nvSpPr>
        <p:spPr>
          <a:xfrm>
            <a:off x="9448800" y="42799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Oval 1014"/>
          <p:cNvSpPr/>
          <p:nvPr/>
        </p:nvSpPr>
        <p:spPr>
          <a:xfrm>
            <a:off x="9728200" y="42799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Oval 1015"/>
          <p:cNvSpPr/>
          <p:nvPr/>
        </p:nvSpPr>
        <p:spPr>
          <a:xfrm>
            <a:off x="10007600" y="42799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Oval 1016"/>
          <p:cNvSpPr/>
          <p:nvPr/>
        </p:nvSpPr>
        <p:spPr>
          <a:xfrm>
            <a:off x="10287000" y="42799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Oval 1017"/>
          <p:cNvSpPr/>
          <p:nvPr/>
        </p:nvSpPr>
        <p:spPr>
          <a:xfrm>
            <a:off x="10566400" y="42799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Oval 1018"/>
          <p:cNvSpPr/>
          <p:nvPr/>
        </p:nvSpPr>
        <p:spPr>
          <a:xfrm>
            <a:off x="8890000" y="45593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Oval 1019"/>
          <p:cNvSpPr/>
          <p:nvPr/>
        </p:nvSpPr>
        <p:spPr>
          <a:xfrm>
            <a:off x="91694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Oval 1020"/>
          <p:cNvSpPr/>
          <p:nvPr/>
        </p:nvSpPr>
        <p:spPr>
          <a:xfrm>
            <a:off x="94488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Oval 1021"/>
          <p:cNvSpPr/>
          <p:nvPr/>
        </p:nvSpPr>
        <p:spPr>
          <a:xfrm>
            <a:off x="97282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Oval 1022"/>
          <p:cNvSpPr/>
          <p:nvPr/>
        </p:nvSpPr>
        <p:spPr>
          <a:xfrm>
            <a:off x="100076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Oval 1023"/>
          <p:cNvSpPr/>
          <p:nvPr/>
        </p:nvSpPr>
        <p:spPr>
          <a:xfrm>
            <a:off x="102870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Oval 1024"/>
          <p:cNvSpPr/>
          <p:nvPr/>
        </p:nvSpPr>
        <p:spPr>
          <a:xfrm>
            <a:off x="10566400" y="4559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8902700" y="5029200"/>
            <a:ext cx="23368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dPCR: seguir una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TextBox 1027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Para agrupar bibliotecas, convertir ng/µL a nM usando la longitud total, con adaptadores.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ACTIVIDAD · UNA DECISIÓN POR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Tu turno: elige la técnica y explica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Síntesis de [2–4,6–9]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854200"/>
            <a:ext cx="3365500" cy="345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6900" y="1854200"/>
            <a:ext cx="3365500" cy="345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04200" y="1854200"/>
            <a:ext cx="3365500" cy="345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04900" y="3314700"/>
            <a:ext cx="787400" cy="469900"/>
          </a:xfrm>
          <a:prstGeom prst="roundRect">
            <a:avLst/>
          </a:prstGeom>
          <a:solidFill>
            <a:srgbClr val="D9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498600" y="2070100"/>
            <a:ext cx="0" cy="1257300"/>
          </a:xfrm>
          <a:prstGeom prst="line">
            <a:avLst/>
          </a:prstGeom>
          <a:ln w="635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952500" y="24511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36700" y="21844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5200" y="28194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49400" y="2743200"/>
            <a:ext cx="533400" cy="254000"/>
          </a:xfrm>
          <a:prstGeom prst="ellipse">
            <a:avLst/>
          </a:prstGeom>
          <a:solidFill>
            <a:srgbClr val="65AE8B"/>
          </a:solidFill>
          <a:ln>
            <a:solidFill>
              <a:srgbClr val="007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3937000"/>
            <a:ext cx="28829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¿El calor cambia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F86"/>
                </a:solidFill>
                <a:latin typeface="DejaVu Sans"/>
              </a:defRPr>
            </a:pPr>
            <a:r>
              <a:t>este transcrito?</a:t>
            </a:r>
          </a:p>
        </p:txBody>
      </p:sp>
      <p:sp>
        <p:nvSpPr>
          <p:cNvPr id="17" name="Oval 16"/>
          <p:cNvSpPr/>
          <p:nvPr/>
        </p:nvSpPr>
        <p:spPr>
          <a:xfrm>
            <a:off x="4737100" y="21971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67300" y="21971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97500" y="21971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7700" y="21971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57900" y="21971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100" y="21971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18300" y="21971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371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673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975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7277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579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881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18300" y="25273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371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673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3975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7277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057900" y="28575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881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718300" y="28575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371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0673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3975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7277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579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388100" y="3187700"/>
            <a:ext cx="177800" cy="1778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718300" y="3187700"/>
            <a:ext cx="177800" cy="177800"/>
          </a:xfrm>
          <a:prstGeom prst="ellipse">
            <a:avLst/>
          </a:prstGeom>
          <a:solidFill>
            <a:srgbClr val="D5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22800" y="3937000"/>
            <a:ext cx="29210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¿Persiste una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4276C8"/>
                </a:solidFill>
                <a:latin typeface="DejaVu Sans"/>
              </a:defRPr>
            </a:pPr>
            <a:r>
              <a:t>variante conocida?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85725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85852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5979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6106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6233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86360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86487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6614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86741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86868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6995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7122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87249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7376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7503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7630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7757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7884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8011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88138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8265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8392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8519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88646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8773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8900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9027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9154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9281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9408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9535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9662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9789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9916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0043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90170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9029700" y="33908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90424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0551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678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0805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0932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1059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1186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91313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91440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567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169400" y="33908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1821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1948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2075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2202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2329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2456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2583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2710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9283700" y="33908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92964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93091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93218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93345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3472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3599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93726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93853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93980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94107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9423400" y="33908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94361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94488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94615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94742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94869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94996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95123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95250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95377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95504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95631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95758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95885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96012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96139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96266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96393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96520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96647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96774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96901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97028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97155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97282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97409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97536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97663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790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917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98044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98171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98298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98425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98552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98679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98806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9893300" y="33908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99060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99187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99314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99441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99568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99695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99822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99949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100076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00203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0033000" y="33908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00457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00584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100711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00838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100965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01092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01219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01346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10147300" y="33908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101600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101727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101854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101981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102108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102235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102362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102489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102616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102743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10287000" y="33908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102997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103124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103251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103378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103505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103632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103759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103886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104013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104140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04267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04394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04521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104648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104775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04902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05029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05156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0528300" y="2419350"/>
            <a:ext cx="12700" cy="3809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10541000" y="2457445"/>
            <a:ext cx="12700" cy="10555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10553700" y="2562999"/>
            <a:ext cx="12700" cy="15007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10566400" y="2713072"/>
            <a:ext cx="12700" cy="1655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0579100" y="2878609"/>
            <a:ext cx="12700" cy="15487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10591800" y="3033486"/>
            <a:ext cx="12700" cy="12722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10604500" y="3160712"/>
            <a:ext cx="12700" cy="9333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10617200" y="3254049"/>
            <a:ext cx="12700" cy="6174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10629900" y="3315794"/>
            <a:ext cx="12700" cy="37056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0642600" y="3352850"/>
            <a:ext cx="12700" cy="2025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0655300" y="3373105"/>
            <a:ext cx="12700" cy="1011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0668000" y="3383217"/>
            <a:ext cx="12700" cy="462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680700" y="3387838"/>
            <a:ext cx="12700" cy="193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0693400" y="3389773"/>
            <a:ext cx="12700" cy="744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0706100" y="3390517"/>
            <a:ext cx="12700" cy="263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0718800" y="3390780"/>
            <a:ext cx="12700" cy="8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0731500" y="3390865"/>
            <a:ext cx="12700" cy="25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0744200" y="3390890"/>
            <a:ext cx="12700" cy="7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0756900" y="3390897"/>
            <a:ext cx="12700" cy="2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07696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07823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07950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08077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08204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08331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108458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108585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08712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0883900" y="3390899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0896600" y="3390899"/>
            <a:ext cx="12700" cy="1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09093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09220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109347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109474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109601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109728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109855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109982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110109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110236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110363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110490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110617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110744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110871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110998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11125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111252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111379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111506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111633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11176000" y="3390900"/>
            <a:ext cx="12700" cy="0"/>
          </a:xfrm>
          <a:prstGeom prst="line">
            <a:avLst/>
          </a:prstGeom>
          <a:ln w="25400">
            <a:solidFill>
              <a:srgbClr val="007F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85725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85852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85979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86106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86233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86360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8648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8661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8674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8686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8699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8712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8724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8737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8750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8763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87757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87884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88011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88138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88265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88392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88519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88646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88773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88900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89027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89154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89281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89408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89535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89662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89789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89916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90043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90170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90297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90424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90551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90678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90805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90932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91059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91186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91313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91440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91567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91694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91821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91948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92075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92202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92329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92456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9258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9271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9283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9296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9309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9321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9334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9347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9359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9372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93853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93980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94107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94234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4361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94488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94615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4742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94869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94996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9512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9525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9537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9550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9563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9575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9588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9601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9613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9626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96393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96520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96647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96774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96901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97028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97155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97282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97409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97536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97663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97790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97917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98044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98171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98298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V="1">
            <a:off x="98425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V="1">
            <a:off x="98552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98679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98806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98933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99060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99187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99314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99441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99568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99695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99822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99949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100076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100203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100330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100457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100584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100711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100838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100965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101092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10121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10134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>
            <a:off x="10147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10160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10172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10185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10198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10210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10223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10236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102489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102616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102743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102870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102997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103124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103251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103378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103505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103632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10375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10388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10401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0414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10426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10439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10452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10464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10477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10490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105029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105156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105283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105410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105537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105664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105791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105918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106045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106172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106299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106426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106553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106680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106807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106934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107061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107188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107315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10744200" y="2419350"/>
            <a:ext cx="12700" cy="3809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10756900" y="2457445"/>
            <a:ext cx="12700" cy="10555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10769600" y="2562999"/>
            <a:ext cx="12700" cy="15007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10782300" y="2713072"/>
            <a:ext cx="12700" cy="1655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10795000" y="2878609"/>
            <a:ext cx="12700" cy="15487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10807700" y="3033486"/>
            <a:ext cx="12700" cy="12722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10820400" y="3160712"/>
            <a:ext cx="12700" cy="9333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0833100" y="3254049"/>
            <a:ext cx="12700" cy="6174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0845800" y="3315794"/>
            <a:ext cx="12700" cy="37056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0858500" y="3352850"/>
            <a:ext cx="12700" cy="2025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0871200" y="3373105"/>
            <a:ext cx="12700" cy="1011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>
            <a:off x="10883900" y="3383217"/>
            <a:ext cx="12700" cy="462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10896600" y="3387838"/>
            <a:ext cx="12700" cy="193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10909300" y="3389773"/>
            <a:ext cx="12700" cy="744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10922000" y="3390517"/>
            <a:ext cx="12700" cy="263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10934700" y="3390780"/>
            <a:ext cx="12700" cy="8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10947400" y="3390865"/>
            <a:ext cx="12700" cy="25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>
            <a:off x="10960100" y="3390890"/>
            <a:ext cx="12700" cy="7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10972800" y="3390897"/>
            <a:ext cx="12700" cy="2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109855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109982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110109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110236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110363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>
            <a:off x="110490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0617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0744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110871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11099800" y="3390899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11112500" y="3390899"/>
            <a:ext cx="12700" cy="1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11252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11379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111506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111633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11176000" y="3390900"/>
            <a:ext cx="12700" cy="0"/>
          </a:xfrm>
          <a:prstGeom prst="line">
            <a:avLst/>
          </a:prstGeom>
          <a:ln w="25400">
            <a:solidFill>
              <a:srgbClr val="427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85725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85852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85979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86106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86233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86360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86487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86614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86741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86868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86995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87122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87249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87376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87503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87630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87757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87884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88011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88138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88265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88392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 flipV="1">
            <a:off x="8851900" y="33908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88646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88773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88900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89027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89154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>
            <a:off x="89281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89408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>
            <a:off x="89535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89662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89789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8991600" y="33908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 flipV="1">
            <a:off x="90043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 flipV="1">
            <a:off x="90170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 flipV="1">
            <a:off x="90297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 flipV="1">
            <a:off x="90424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 flipV="1">
            <a:off x="90551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 flipV="1">
            <a:off x="90678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V="1">
            <a:off x="90805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 flipV="1">
            <a:off x="90932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 flipV="1">
            <a:off x="91059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 flipV="1">
            <a:off x="91186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 flipV="1">
            <a:off x="91313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 flipV="1">
            <a:off x="91440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 flipV="1">
            <a:off x="91567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 flipV="1">
            <a:off x="91694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 flipV="1">
            <a:off x="91821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 flipV="1">
            <a:off x="91948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 flipV="1">
            <a:off x="92075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 flipV="1">
            <a:off x="92202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>
            <a:off x="92329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92456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92583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92710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92837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92964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93091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>
            <a:off x="93218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93345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93472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93599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93726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93853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>
            <a:off x="93980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>
            <a:off x="94107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>
            <a:off x="94234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>
            <a:off x="94361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>
            <a:off x="94488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>
            <a:off x="9461500" y="33908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>
            <a:off x="94742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>
            <a:off x="94869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1" name="Connector 530"/>
          <p:cNvCxnSpPr/>
          <p:nvPr/>
        </p:nvCxnSpPr>
        <p:spPr>
          <a:xfrm>
            <a:off x="94996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531"/>
          <p:cNvCxnSpPr/>
          <p:nvPr/>
        </p:nvCxnSpPr>
        <p:spPr>
          <a:xfrm>
            <a:off x="95123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532"/>
          <p:cNvCxnSpPr/>
          <p:nvPr/>
        </p:nvCxnSpPr>
        <p:spPr>
          <a:xfrm>
            <a:off x="95250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533"/>
          <p:cNvCxnSpPr/>
          <p:nvPr/>
        </p:nvCxnSpPr>
        <p:spPr>
          <a:xfrm>
            <a:off x="95377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534"/>
          <p:cNvCxnSpPr/>
          <p:nvPr/>
        </p:nvCxnSpPr>
        <p:spPr>
          <a:xfrm>
            <a:off x="95504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535"/>
          <p:cNvCxnSpPr/>
          <p:nvPr/>
        </p:nvCxnSpPr>
        <p:spPr>
          <a:xfrm>
            <a:off x="95631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7" name="Connector 536"/>
          <p:cNvCxnSpPr/>
          <p:nvPr/>
        </p:nvCxnSpPr>
        <p:spPr>
          <a:xfrm>
            <a:off x="95758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8" name="Connector 537"/>
          <p:cNvCxnSpPr/>
          <p:nvPr/>
        </p:nvCxnSpPr>
        <p:spPr>
          <a:xfrm>
            <a:off x="95885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9" name="Connector 538"/>
          <p:cNvCxnSpPr/>
          <p:nvPr/>
        </p:nvCxnSpPr>
        <p:spPr>
          <a:xfrm>
            <a:off x="9601200" y="33908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0" name="Connector 539"/>
          <p:cNvCxnSpPr/>
          <p:nvPr/>
        </p:nvCxnSpPr>
        <p:spPr>
          <a:xfrm>
            <a:off x="96139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1" name="Connector 540"/>
          <p:cNvCxnSpPr/>
          <p:nvPr/>
        </p:nvCxnSpPr>
        <p:spPr>
          <a:xfrm>
            <a:off x="96266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2" name="Connector 541"/>
          <p:cNvCxnSpPr/>
          <p:nvPr/>
        </p:nvCxnSpPr>
        <p:spPr>
          <a:xfrm>
            <a:off x="96393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3" name="Connector 542"/>
          <p:cNvCxnSpPr/>
          <p:nvPr/>
        </p:nvCxnSpPr>
        <p:spPr>
          <a:xfrm>
            <a:off x="96520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4" name="Connector 543"/>
          <p:cNvCxnSpPr/>
          <p:nvPr/>
        </p:nvCxnSpPr>
        <p:spPr>
          <a:xfrm>
            <a:off x="96647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5" name="Connector 544"/>
          <p:cNvCxnSpPr/>
          <p:nvPr/>
        </p:nvCxnSpPr>
        <p:spPr>
          <a:xfrm>
            <a:off x="96774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6" name="Connector 545"/>
          <p:cNvCxnSpPr/>
          <p:nvPr/>
        </p:nvCxnSpPr>
        <p:spPr>
          <a:xfrm>
            <a:off x="96901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546"/>
          <p:cNvCxnSpPr/>
          <p:nvPr/>
        </p:nvCxnSpPr>
        <p:spPr>
          <a:xfrm>
            <a:off x="97028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 flipV="1">
            <a:off x="9715500" y="33908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>
            <a:off x="97282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>
            <a:off x="97409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>
            <a:off x="97536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>
            <a:off x="97663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97790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97917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>
            <a:off x="98044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98171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98298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>
            <a:off x="98425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9855200" y="33908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98679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98806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98933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99060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99187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99314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99441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 flipV="1">
            <a:off x="99568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 flipV="1">
            <a:off x="99695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 flipV="1">
            <a:off x="99822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 flipV="1">
            <a:off x="99949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100076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100203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100330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100457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 flipV="1">
            <a:off x="100584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100711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100838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Connector 577"/>
          <p:cNvCxnSpPr/>
          <p:nvPr/>
        </p:nvCxnSpPr>
        <p:spPr>
          <a:xfrm>
            <a:off x="100965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578"/>
          <p:cNvCxnSpPr/>
          <p:nvPr/>
        </p:nvCxnSpPr>
        <p:spPr>
          <a:xfrm>
            <a:off x="101092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Connector 579"/>
          <p:cNvCxnSpPr/>
          <p:nvPr/>
        </p:nvCxnSpPr>
        <p:spPr>
          <a:xfrm>
            <a:off x="101219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Connector 580"/>
          <p:cNvCxnSpPr/>
          <p:nvPr/>
        </p:nvCxnSpPr>
        <p:spPr>
          <a:xfrm>
            <a:off x="101346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Connector 581"/>
          <p:cNvCxnSpPr/>
          <p:nvPr/>
        </p:nvCxnSpPr>
        <p:spPr>
          <a:xfrm>
            <a:off x="101473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Connector 582"/>
          <p:cNvCxnSpPr/>
          <p:nvPr/>
        </p:nvCxnSpPr>
        <p:spPr>
          <a:xfrm>
            <a:off x="101600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Connector 583"/>
          <p:cNvCxnSpPr/>
          <p:nvPr/>
        </p:nvCxnSpPr>
        <p:spPr>
          <a:xfrm>
            <a:off x="101727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Connector 584"/>
          <p:cNvCxnSpPr/>
          <p:nvPr/>
        </p:nvCxnSpPr>
        <p:spPr>
          <a:xfrm>
            <a:off x="101854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Connector 585"/>
          <p:cNvCxnSpPr/>
          <p:nvPr/>
        </p:nvCxnSpPr>
        <p:spPr>
          <a:xfrm>
            <a:off x="101981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Connector 586"/>
          <p:cNvCxnSpPr/>
          <p:nvPr/>
        </p:nvCxnSpPr>
        <p:spPr>
          <a:xfrm>
            <a:off x="102108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Connector 587"/>
          <p:cNvCxnSpPr/>
          <p:nvPr/>
        </p:nvCxnSpPr>
        <p:spPr>
          <a:xfrm>
            <a:off x="102235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Connector 588"/>
          <p:cNvCxnSpPr/>
          <p:nvPr/>
        </p:nvCxnSpPr>
        <p:spPr>
          <a:xfrm>
            <a:off x="102362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Connector 589"/>
          <p:cNvCxnSpPr/>
          <p:nvPr/>
        </p:nvCxnSpPr>
        <p:spPr>
          <a:xfrm>
            <a:off x="102489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Connector 590"/>
          <p:cNvCxnSpPr/>
          <p:nvPr/>
        </p:nvCxnSpPr>
        <p:spPr>
          <a:xfrm>
            <a:off x="102616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Connector 591"/>
          <p:cNvCxnSpPr/>
          <p:nvPr/>
        </p:nvCxnSpPr>
        <p:spPr>
          <a:xfrm>
            <a:off x="102743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Connector 592"/>
          <p:cNvCxnSpPr/>
          <p:nvPr/>
        </p:nvCxnSpPr>
        <p:spPr>
          <a:xfrm>
            <a:off x="102870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Connector 593"/>
          <p:cNvCxnSpPr/>
          <p:nvPr/>
        </p:nvCxnSpPr>
        <p:spPr>
          <a:xfrm>
            <a:off x="102997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Connector 594"/>
          <p:cNvCxnSpPr/>
          <p:nvPr/>
        </p:nvCxnSpPr>
        <p:spPr>
          <a:xfrm>
            <a:off x="103124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Connector 595"/>
          <p:cNvCxnSpPr/>
          <p:nvPr/>
        </p:nvCxnSpPr>
        <p:spPr>
          <a:xfrm>
            <a:off x="10325100" y="33908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Connector 596"/>
          <p:cNvCxnSpPr/>
          <p:nvPr/>
        </p:nvCxnSpPr>
        <p:spPr>
          <a:xfrm>
            <a:off x="103378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nector 597"/>
          <p:cNvCxnSpPr/>
          <p:nvPr/>
        </p:nvCxnSpPr>
        <p:spPr>
          <a:xfrm>
            <a:off x="103505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9" name="Connector 598"/>
          <p:cNvCxnSpPr/>
          <p:nvPr/>
        </p:nvCxnSpPr>
        <p:spPr>
          <a:xfrm>
            <a:off x="103632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0" name="Connector 599"/>
          <p:cNvCxnSpPr/>
          <p:nvPr/>
        </p:nvCxnSpPr>
        <p:spPr>
          <a:xfrm>
            <a:off x="103759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Connector 600"/>
          <p:cNvCxnSpPr/>
          <p:nvPr/>
        </p:nvCxnSpPr>
        <p:spPr>
          <a:xfrm>
            <a:off x="103886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2" name="Connector 601"/>
          <p:cNvCxnSpPr/>
          <p:nvPr/>
        </p:nvCxnSpPr>
        <p:spPr>
          <a:xfrm>
            <a:off x="104013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3" name="Connector 602"/>
          <p:cNvCxnSpPr/>
          <p:nvPr/>
        </p:nvCxnSpPr>
        <p:spPr>
          <a:xfrm>
            <a:off x="104140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4" name="Connector 603"/>
          <p:cNvCxnSpPr/>
          <p:nvPr/>
        </p:nvCxnSpPr>
        <p:spPr>
          <a:xfrm>
            <a:off x="104267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Connector 604"/>
          <p:cNvCxnSpPr/>
          <p:nvPr/>
        </p:nvCxnSpPr>
        <p:spPr>
          <a:xfrm>
            <a:off x="104394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6" name="Connector 605"/>
          <p:cNvCxnSpPr/>
          <p:nvPr/>
        </p:nvCxnSpPr>
        <p:spPr>
          <a:xfrm>
            <a:off x="104521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7" name="Connector 606"/>
          <p:cNvCxnSpPr/>
          <p:nvPr/>
        </p:nvCxnSpPr>
        <p:spPr>
          <a:xfrm>
            <a:off x="10464800" y="33908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8" name="Connector 607"/>
          <p:cNvCxnSpPr/>
          <p:nvPr/>
        </p:nvCxnSpPr>
        <p:spPr>
          <a:xfrm>
            <a:off x="104775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9" name="Connector 608"/>
          <p:cNvCxnSpPr/>
          <p:nvPr/>
        </p:nvCxnSpPr>
        <p:spPr>
          <a:xfrm>
            <a:off x="104902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0" name="Connector 609"/>
          <p:cNvCxnSpPr/>
          <p:nvPr/>
        </p:nvCxnSpPr>
        <p:spPr>
          <a:xfrm>
            <a:off x="105029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1" name="Connector 610"/>
          <p:cNvCxnSpPr/>
          <p:nvPr/>
        </p:nvCxnSpPr>
        <p:spPr>
          <a:xfrm>
            <a:off x="105156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Connector 611"/>
          <p:cNvCxnSpPr/>
          <p:nvPr/>
        </p:nvCxnSpPr>
        <p:spPr>
          <a:xfrm>
            <a:off x="105283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Connector 612"/>
          <p:cNvCxnSpPr/>
          <p:nvPr/>
        </p:nvCxnSpPr>
        <p:spPr>
          <a:xfrm>
            <a:off x="105410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Connector 613"/>
          <p:cNvCxnSpPr/>
          <p:nvPr/>
        </p:nvCxnSpPr>
        <p:spPr>
          <a:xfrm>
            <a:off x="105537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5" name="Connector 614"/>
          <p:cNvCxnSpPr/>
          <p:nvPr/>
        </p:nvCxnSpPr>
        <p:spPr>
          <a:xfrm>
            <a:off x="10566400" y="3390900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6" name="Connector 615"/>
          <p:cNvCxnSpPr/>
          <p:nvPr/>
        </p:nvCxnSpPr>
        <p:spPr>
          <a:xfrm flipV="1">
            <a:off x="10579100" y="3390899"/>
            <a:ext cx="12700" cy="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Connector 616"/>
          <p:cNvCxnSpPr/>
          <p:nvPr/>
        </p:nvCxnSpPr>
        <p:spPr>
          <a:xfrm>
            <a:off x="105918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Connector 617"/>
          <p:cNvCxnSpPr/>
          <p:nvPr/>
        </p:nvCxnSpPr>
        <p:spPr>
          <a:xfrm>
            <a:off x="106045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9" name="Connector 618"/>
          <p:cNvCxnSpPr/>
          <p:nvPr/>
        </p:nvCxnSpPr>
        <p:spPr>
          <a:xfrm>
            <a:off x="106172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0" name="Connector 619"/>
          <p:cNvCxnSpPr/>
          <p:nvPr/>
        </p:nvCxnSpPr>
        <p:spPr>
          <a:xfrm>
            <a:off x="106299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Connector 620"/>
          <p:cNvCxnSpPr/>
          <p:nvPr/>
        </p:nvCxnSpPr>
        <p:spPr>
          <a:xfrm>
            <a:off x="106426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Connector 621"/>
          <p:cNvCxnSpPr/>
          <p:nvPr/>
        </p:nvCxnSpPr>
        <p:spPr>
          <a:xfrm>
            <a:off x="106553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3" name="Connector 622"/>
          <p:cNvCxnSpPr/>
          <p:nvPr/>
        </p:nvCxnSpPr>
        <p:spPr>
          <a:xfrm>
            <a:off x="106680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4" name="Connector 623"/>
          <p:cNvCxnSpPr/>
          <p:nvPr/>
        </p:nvCxnSpPr>
        <p:spPr>
          <a:xfrm>
            <a:off x="106807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5" name="Connector 624"/>
          <p:cNvCxnSpPr/>
          <p:nvPr/>
        </p:nvCxnSpPr>
        <p:spPr>
          <a:xfrm>
            <a:off x="106934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6" name="Connector 625"/>
          <p:cNvCxnSpPr/>
          <p:nvPr/>
        </p:nvCxnSpPr>
        <p:spPr>
          <a:xfrm>
            <a:off x="10706100" y="3390899"/>
            <a:ext cx="12700" cy="0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7" name="Connector 626"/>
          <p:cNvCxnSpPr/>
          <p:nvPr/>
        </p:nvCxnSpPr>
        <p:spPr>
          <a:xfrm flipV="1">
            <a:off x="10718800" y="3390897"/>
            <a:ext cx="12700" cy="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 flipV="1">
            <a:off x="107315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 flipV="1">
            <a:off x="107442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0" name="Connector 629"/>
          <p:cNvCxnSpPr/>
          <p:nvPr/>
        </p:nvCxnSpPr>
        <p:spPr>
          <a:xfrm flipV="1">
            <a:off x="107569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1" name="Connector 630"/>
          <p:cNvCxnSpPr/>
          <p:nvPr/>
        </p:nvCxnSpPr>
        <p:spPr>
          <a:xfrm flipV="1">
            <a:off x="107696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2" name="Connector 631"/>
          <p:cNvCxnSpPr/>
          <p:nvPr/>
        </p:nvCxnSpPr>
        <p:spPr>
          <a:xfrm flipV="1">
            <a:off x="107823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Connector 632"/>
          <p:cNvCxnSpPr/>
          <p:nvPr/>
        </p:nvCxnSpPr>
        <p:spPr>
          <a:xfrm flipV="1">
            <a:off x="107950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 633"/>
          <p:cNvCxnSpPr/>
          <p:nvPr/>
        </p:nvCxnSpPr>
        <p:spPr>
          <a:xfrm flipV="1">
            <a:off x="108077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5" name="Connector 634"/>
          <p:cNvCxnSpPr/>
          <p:nvPr/>
        </p:nvCxnSpPr>
        <p:spPr>
          <a:xfrm flipV="1">
            <a:off x="108204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6" name="Connector 635"/>
          <p:cNvCxnSpPr/>
          <p:nvPr/>
        </p:nvCxnSpPr>
        <p:spPr>
          <a:xfrm flipV="1">
            <a:off x="108331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7" name="Connector 636"/>
          <p:cNvCxnSpPr/>
          <p:nvPr/>
        </p:nvCxnSpPr>
        <p:spPr>
          <a:xfrm flipV="1">
            <a:off x="108458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8" name="Connector 637"/>
          <p:cNvCxnSpPr/>
          <p:nvPr/>
        </p:nvCxnSpPr>
        <p:spPr>
          <a:xfrm flipV="1">
            <a:off x="108585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9" name="Connector 638"/>
          <p:cNvCxnSpPr/>
          <p:nvPr/>
        </p:nvCxnSpPr>
        <p:spPr>
          <a:xfrm flipV="1">
            <a:off x="108712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0" name="Connector 639"/>
          <p:cNvCxnSpPr/>
          <p:nvPr/>
        </p:nvCxnSpPr>
        <p:spPr>
          <a:xfrm flipV="1">
            <a:off x="108839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1" name="Connector 640"/>
          <p:cNvCxnSpPr/>
          <p:nvPr/>
        </p:nvCxnSpPr>
        <p:spPr>
          <a:xfrm flipV="1">
            <a:off x="108966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2" name="Connector 641"/>
          <p:cNvCxnSpPr/>
          <p:nvPr/>
        </p:nvCxnSpPr>
        <p:spPr>
          <a:xfrm flipV="1">
            <a:off x="109093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3" name="Connector 642"/>
          <p:cNvCxnSpPr/>
          <p:nvPr/>
        </p:nvCxnSpPr>
        <p:spPr>
          <a:xfrm flipV="1">
            <a:off x="109220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4" name="Connector 643"/>
          <p:cNvCxnSpPr/>
          <p:nvPr/>
        </p:nvCxnSpPr>
        <p:spPr>
          <a:xfrm flipV="1">
            <a:off x="109347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5" name="Connector 644"/>
          <p:cNvCxnSpPr/>
          <p:nvPr/>
        </p:nvCxnSpPr>
        <p:spPr>
          <a:xfrm flipV="1">
            <a:off x="109474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6" name="Connector 645"/>
          <p:cNvCxnSpPr/>
          <p:nvPr/>
        </p:nvCxnSpPr>
        <p:spPr>
          <a:xfrm>
            <a:off x="10960100" y="2419350"/>
            <a:ext cx="12700" cy="3809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7" name="Connector 646"/>
          <p:cNvCxnSpPr/>
          <p:nvPr/>
        </p:nvCxnSpPr>
        <p:spPr>
          <a:xfrm>
            <a:off x="10972800" y="2457445"/>
            <a:ext cx="12700" cy="10555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8" name="Connector 647"/>
          <p:cNvCxnSpPr/>
          <p:nvPr/>
        </p:nvCxnSpPr>
        <p:spPr>
          <a:xfrm>
            <a:off x="10985500" y="2562999"/>
            <a:ext cx="12700" cy="15007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9" name="Connector 648"/>
          <p:cNvCxnSpPr/>
          <p:nvPr/>
        </p:nvCxnSpPr>
        <p:spPr>
          <a:xfrm>
            <a:off x="10998200" y="2713072"/>
            <a:ext cx="12700" cy="1655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0" name="Connector 649"/>
          <p:cNvCxnSpPr/>
          <p:nvPr/>
        </p:nvCxnSpPr>
        <p:spPr>
          <a:xfrm>
            <a:off x="11010900" y="2878609"/>
            <a:ext cx="12700" cy="15487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1" name="Connector 650"/>
          <p:cNvCxnSpPr/>
          <p:nvPr/>
        </p:nvCxnSpPr>
        <p:spPr>
          <a:xfrm>
            <a:off x="11023600" y="3033486"/>
            <a:ext cx="12700" cy="12722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2" name="Connector 651"/>
          <p:cNvCxnSpPr/>
          <p:nvPr/>
        </p:nvCxnSpPr>
        <p:spPr>
          <a:xfrm>
            <a:off x="11036300" y="3160712"/>
            <a:ext cx="12700" cy="9333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3" name="Connector 652"/>
          <p:cNvCxnSpPr/>
          <p:nvPr/>
        </p:nvCxnSpPr>
        <p:spPr>
          <a:xfrm>
            <a:off x="11049000" y="3254049"/>
            <a:ext cx="12700" cy="6174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4" name="Connector 653"/>
          <p:cNvCxnSpPr/>
          <p:nvPr/>
        </p:nvCxnSpPr>
        <p:spPr>
          <a:xfrm>
            <a:off x="11061700" y="3315794"/>
            <a:ext cx="12700" cy="37056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5" name="Connector 654"/>
          <p:cNvCxnSpPr/>
          <p:nvPr/>
        </p:nvCxnSpPr>
        <p:spPr>
          <a:xfrm>
            <a:off x="11074400" y="3352850"/>
            <a:ext cx="12700" cy="2025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6" name="Connector 655"/>
          <p:cNvCxnSpPr/>
          <p:nvPr/>
        </p:nvCxnSpPr>
        <p:spPr>
          <a:xfrm>
            <a:off x="11087100" y="3373105"/>
            <a:ext cx="12700" cy="10112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7" name="Connector 656"/>
          <p:cNvCxnSpPr/>
          <p:nvPr/>
        </p:nvCxnSpPr>
        <p:spPr>
          <a:xfrm>
            <a:off x="11099800" y="3383217"/>
            <a:ext cx="12700" cy="4621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8" name="Connector 657"/>
          <p:cNvCxnSpPr/>
          <p:nvPr/>
        </p:nvCxnSpPr>
        <p:spPr>
          <a:xfrm>
            <a:off x="11112500" y="3387838"/>
            <a:ext cx="12700" cy="193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9" name="Connector 658"/>
          <p:cNvCxnSpPr/>
          <p:nvPr/>
        </p:nvCxnSpPr>
        <p:spPr>
          <a:xfrm>
            <a:off x="11125200" y="3389773"/>
            <a:ext cx="12700" cy="744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0" name="Connector 659"/>
          <p:cNvCxnSpPr/>
          <p:nvPr/>
        </p:nvCxnSpPr>
        <p:spPr>
          <a:xfrm>
            <a:off x="11137900" y="3390517"/>
            <a:ext cx="12700" cy="263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1" name="Connector 660"/>
          <p:cNvCxnSpPr/>
          <p:nvPr/>
        </p:nvCxnSpPr>
        <p:spPr>
          <a:xfrm>
            <a:off x="11150600" y="3390780"/>
            <a:ext cx="12700" cy="8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nector 661"/>
          <p:cNvCxnSpPr/>
          <p:nvPr/>
        </p:nvCxnSpPr>
        <p:spPr>
          <a:xfrm>
            <a:off x="11163300" y="3390865"/>
            <a:ext cx="12700" cy="25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3" name="Connector 662"/>
          <p:cNvCxnSpPr/>
          <p:nvPr/>
        </p:nvCxnSpPr>
        <p:spPr>
          <a:xfrm>
            <a:off x="11176000" y="3390890"/>
            <a:ext cx="12700" cy="7"/>
          </a:xfrm>
          <a:prstGeom prst="line">
            <a:avLst/>
          </a:prstGeom>
          <a:ln w="25400">
            <a:solidFill>
              <a:srgbClr val="DA76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4" name="Connector 663"/>
          <p:cNvCxnSpPr/>
          <p:nvPr/>
        </p:nvCxnSpPr>
        <p:spPr>
          <a:xfrm>
            <a:off x="8572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5" name="Connector 664"/>
          <p:cNvCxnSpPr/>
          <p:nvPr/>
        </p:nvCxnSpPr>
        <p:spPr>
          <a:xfrm>
            <a:off x="8585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6" name="Connector 665"/>
          <p:cNvCxnSpPr/>
          <p:nvPr/>
        </p:nvCxnSpPr>
        <p:spPr>
          <a:xfrm>
            <a:off x="8597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7" name="Connector 666"/>
          <p:cNvCxnSpPr/>
          <p:nvPr/>
        </p:nvCxnSpPr>
        <p:spPr>
          <a:xfrm>
            <a:off x="8610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8" name="Connector 667"/>
          <p:cNvCxnSpPr/>
          <p:nvPr/>
        </p:nvCxnSpPr>
        <p:spPr>
          <a:xfrm>
            <a:off x="8623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9" name="Connector 668"/>
          <p:cNvCxnSpPr/>
          <p:nvPr/>
        </p:nvCxnSpPr>
        <p:spPr>
          <a:xfrm>
            <a:off x="86360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0" name="Connector 669"/>
          <p:cNvCxnSpPr/>
          <p:nvPr/>
        </p:nvCxnSpPr>
        <p:spPr>
          <a:xfrm>
            <a:off x="86487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1" name="Connector 670"/>
          <p:cNvCxnSpPr/>
          <p:nvPr/>
        </p:nvCxnSpPr>
        <p:spPr>
          <a:xfrm>
            <a:off x="86614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2" name="Connector 671"/>
          <p:cNvCxnSpPr/>
          <p:nvPr/>
        </p:nvCxnSpPr>
        <p:spPr>
          <a:xfrm>
            <a:off x="86741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3" name="Connector 672"/>
          <p:cNvCxnSpPr/>
          <p:nvPr/>
        </p:nvCxnSpPr>
        <p:spPr>
          <a:xfrm>
            <a:off x="86868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nector 673"/>
          <p:cNvCxnSpPr/>
          <p:nvPr/>
        </p:nvCxnSpPr>
        <p:spPr>
          <a:xfrm>
            <a:off x="8699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5" name="Connector 674"/>
          <p:cNvCxnSpPr/>
          <p:nvPr/>
        </p:nvCxnSpPr>
        <p:spPr>
          <a:xfrm>
            <a:off x="8712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6" name="Connector 675"/>
          <p:cNvCxnSpPr/>
          <p:nvPr/>
        </p:nvCxnSpPr>
        <p:spPr>
          <a:xfrm>
            <a:off x="8724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7" name="Connector 676"/>
          <p:cNvCxnSpPr/>
          <p:nvPr/>
        </p:nvCxnSpPr>
        <p:spPr>
          <a:xfrm>
            <a:off x="8737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8" name="Connector 677"/>
          <p:cNvCxnSpPr/>
          <p:nvPr/>
        </p:nvCxnSpPr>
        <p:spPr>
          <a:xfrm>
            <a:off x="8750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9" name="Connector 678"/>
          <p:cNvCxnSpPr/>
          <p:nvPr/>
        </p:nvCxnSpPr>
        <p:spPr>
          <a:xfrm>
            <a:off x="87630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0" name="Connector 679"/>
          <p:cNvCxnSpPr/>
          <p:nvPr/>
        </p:nvCxnSpPr>
        <p:spPr>
          <a:xfrm>
            <a:off x="87757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1" name="Connector 680"/>
          <p:cNvCxnSpPr/>
          <p:nvPr/>
        </p:nvCxnSpPr>
        <p:spPr>
          <a:xfrm>
            <a:off x="87884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2" name="Connector 681"/>
          <p:cNvCxnSpPr/>
          <p:nvPr/>
        </p:nvCxnSpPr>
        <p:spPr>
          <a:xfrm>
            <a:off x="88011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3" name="Connector 682"/>
          <p:cNvCxnSpPr/>
          <p:nvPr/>
        </p:nvCxnSpPr>
        <p:spPr>
          <a:xfrm>
            <a:off x="88138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4" name="Connector 683"/>
          <p:cNvCxnSpPr/>
          <p:nvPr/>
        </p:nvCxnSpPr>
        <p:spPr>
          <a:xfrm>
            <a:off x="8826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5" name="Connector 684"/>
          <p:cNvCxnSpPr/>
          <p:nvPr/>
        </p:nvCxnSpPr>
        <p:spPr>
          <a:xfrm>
            <a:off x="8839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6" name="Connector 685"/>
          <p:cNvCxnSpPr/>
          <p:nvPr/>
        </p:nvCxnSpPr>
        <p:spPr>
          <a:xfrm>
            <a:off x="8851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7" name="Connector 686"/>
          <p:cNvCxnSpPr/>
          <p:nvPr/>
        </p:nvCxnSpPr>
        <p:spPr>
          <a:xfrm>
            <a:off x="8864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8" name="Connector 687"/>
          <p:cNvCxnSpPr/>
          <p:nvPr/>
        </p:nvCxnSpPr>
        <p:spPr>
          <a:xfrm>
            <a:off x="8877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9" name="Connector 688"/>
          <p:cNvCxnSpPr/>
          <p:nvPr/>
        </p:nvCxnSpPr>
        <p:spPr>
          <a:xfrm>
            <a:off x="88900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0" name="Connector 689"/>
          <p:cNvCxnSpPr/>
          <p:nvPr/>
        </p:nvCxnSpPr>
        <p:spPr>
          <a:xfrm>
            <a:off x="89027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1" name="Connector 690"/>
          <p:cNvCxnSpPr/>
          <p:nvPr/>
        </p:nvCxnSpPr>
        <p:spPr>
          <a:xfrm>
            <a:off x="89154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2" name="Connector 691"/>
          <p:cNvCxnSpPr/>
          <p:nvPr/>
        </p:nvCxnSpPr>
        <p:spPr>
          <a:xfrm>
            <a:off x="89281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3" name="Connector 692"/>
          <p:cNvCxnSpPr/>
          <p:nvPr/>
        </p:nvCxnSpPr>
        <p:spPr>
          <a:xfrm>
            <a:off x="89408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4" name="Connector 693"/>
          <p:cNvCxnSpPr/>
          <p:nvPr/>
        </p:nvCxnSpPr>
        <p:spPr>
          <a:xfrm>
            <a:off x="8953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5" name="Connector 694"/>
          <p:cNvCxnSpPr/>
          <p:nvPr/>
        </p:nvCxnSpPr>
        <p:spPr>
          <a:xfrm>
            <a:off x="8966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6" name="Connector 695"/>
          <p:cNvCxnSpPr/>
          <p:nvPr/>
        </p:nvCxnSpPr>
        <p:spPr>
          <a:xfrm>
            <a:off x="8978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7" name="Connector 696"/>
          <p:cNvCxnSpPr/>
          <p:nvPr/>
        </p:nvCxnSpPr>
        <p:spPr>
          <a:xfrm>
            <a:off x="8991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8" name="Connector 697"/>
          <p:cNvCxnSpPr/>
          <p:nvPr/>
        </p:nvCxnSpPr>
        <p:spPr>
          <a:xfrm>
            <a:off x="9004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9" name="Connector 698"/>
          <p:cNvCxnSpPr/>
          <p:nvPr/>
        </p:nvCxnSpPr>
        <p:spPr>
          <a:xfrm>
            <a:off x="90170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0" name="Connector 699"/>
          <p:cNvCxnSpPr/>
          <p:nvPr/>
        </p:nvCxnSpPr>
        <p:spPr>
          <a:xfrm>
            <a:off x="90297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1" name="Connector 700"/>
          <p:cNvCxnSpPr/>
          <p:nvPr/>
        </p:nvCxnSpPr>
        <p:spPr>
          <a:xfrm>
            <a:off x="90424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2" name="Connector 701"/>
          <p:cNvCxnSpPr/>
          <p:nvPr/>
        </p:nvCxnSpPr>
        <p:spPr>
          <a:xfrm>
            <a:off x="90551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3" name="Connector 702"/>
          <p:cNvCxnSpPr/>
          <p:nvPr/>
        </p:nvCxnSpPr>
        <p:spPr>
          <a:xfrm flipV="1">
            <a:off x="9067800" y="33908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4" name="Connector 703"/>
          <p:cNvCxnSpPr/>
          <p:nvPr/>
        </p:nvCxnSpPr>
        <p:spPr>
          <a:xfrm>
            <a:off x="90805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5" name="Connector 704"/>
          <p:cNvCxnSpPr/>
          <p:nvPr/>
        </p:nvCxnSpPr>
        <p:spPr>
          <a:xfrm>
            <a:off x="90932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6" name="Connector 705"/>
          <p:cNvCxnSpPr/>
          <p:nvPr/>
        </p:nvCxnSpPr>
        <p:spPr>
          <a:xfrm>
            <a:off x="91059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7" name="Connector 706"/>
          <p:cNvCxnSpPr/>
          <p:nvPr/>
        </p:nvCxnSpPr>
        <p:spPr>
          <a:xfrm>
            <a:off x="91186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8" name="Connector 707"/>
          <p:cNvCxnSpPr/>
          <p:nvPr/>
        </p:nvCxnSpPr>
        <p:spPr>
          <a:xfrm>
            <a:off x="91313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9" name="Connector 708"/>
          <p:cNvCxnSpPr/>
          <p:nvPr/>
        </p:nvCxnSpPr>
        <p:spPr>
          <a:xfrm>
            <a:off x="91440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0" name="Connector 709"/>
          <p:cNvCxnSpPr/>
          <p:nvPr/>
        </p:nvCxnSpPr>
        <p:spPr>
          <a:xfrm>
            <a:off x="91567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1" name="Connector 710"/>
          <p:cNvCxnSpPr/>
          <p:nvPr/>
        </p:nvCxnSpPr>
        <p:spPr>
          <a:xfrm>
            <a:off x="91694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2" name="Connector 711"/>
          <p:cNvCxnSpPr/>
          <p:nvPr/>
        </p:nvCxnSpPr>
        <p:spPr>
          <a:xfrm>
            <a:off x="91821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3" name="Connector 712"/>
          <p:cNvCxnSpPr/>
          <p:nvPr/>
        </p:nvCxnSpPr>
        <p:spPr>
          <a:xfrm>
            <a:off x="91948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4" name="Connector 713"/>
          <p:cNvCxnSpPr/>
          <p:nvPr/>
        </p:nvCxnSpPr>
        <p:spPr>
          <a:xfrm flipV="1">
            <a:off x="9207500" y="33908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5" name="Connector 714"/>
          <p:cNvCxnSpPr/>
          <p:nvPr/>
        </p:nvCxnSpPr>
        <p:spPr>
          <a:xfrm flipV="1">
            <a:off x="9220200" y="3390890"/>
            <a:ext cx="12700" cy="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6" name="Connector 715"/>
          <p:cNvCxnSpPr/>
          <p:nvPr/>
        </p:nvCxnSpPr>
        <p:spPr>
          <a:xfrm flipV="1">
            <a:off x="9232900" y="3390865"/>
            <a:ext cx="12700" cy="2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7" name="Connector 716"/>
          <p:cNvCxnSpPr/>
          <p:nvPr/>
        </p:nvCxnSpPr>
        <p:spPr>
          <a:xfrm flipV="1">
            <a:off x="9245600" y="3390780"/>
            <a:ext cx="12700" cy="8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8" name="Connector 717"/>
          <p:cNvCxnSpPr/>
          <p:nvPr/>
        </p:nvCxnSpPr>
        <p:spPr>
          <a:xfrm flipV="1">
            <a:off x="9258300" y="3390517"/>
            <a:ext cx="12700" cy="26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9" name="Connector 718"/>
          <p:cNvCxnSpPr/>
          <p:nvPr/>
        </p:nvCxnSpPr>
        <p:spPr>
          <a:xfrm flipV="1">
            <a:off x="9271000" y="3389773"/>
            <a:ext cx="12700" cy="7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0" name="Connector 719"/>
          <p:cNvCxnSpPr/>
          <p:nvPr/>
        </p:nvCxnSpPr>
        <p:spPr>
          <a:xfrm flipV="1">
            <a:off x="9283700" y="3387838"/>
            <a:ext cx="12700" cy="19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nector 720"/>
          <p:cNvCxnSpPr/>
          <p:nvPr/>
        </p:nvCxnSpPr>
        <p:spPr>
          <a:xfrm flipV="1">
            <a:off x="9296400" y="3383217"/>
            <a:ext cx="12700" cy="462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2" name="Connector 721"/>
          <p:cNvCxnSpPr/>
          <p:nvPr/>
        </p:nvCxnSpPr>
        <p:spPr>
          <a:xfrm flipV="1">
            <a:off x="9309100" y="3373105"/>
            <a:ext cx="12700" cy="101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3" name="Connector 722"/>
          <p:cNvCxnSpPr/>
          <p:nvPr/>
        </p:nvCxnSpPr>
        <p:spPr>
          <a:xfrm flipV="1">
            <a:off x="9321800" y="3352850"/>
            <a:ext cx="12700" cy="202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4" name="Connector 723"/>
          <p:cNvCxnSpPr/>
          <p:nvPr/>
        </p:nvCxnSpPr>
        <p:spPr>
          <a:xfrm flipV="1">
            <a:off x="9334500" y="3315794"/>
            <a:ext cx="12700" cy="3705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5" name="Connector 724"/>
          <p:cNvCxnSpPr/>
          <p:nvPr/>
        </p:nvCxnSpPr>
        <p:spPr>
          <a:xfrm flipV="1">
            <a:off x="9347200" y="3254049"/>
            <a:ext cx="12700" cy="617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6" name="Connector 725"/>
          <p:cNvCxnSpPr/>
          <p:nvPr/>
        </p:nvCxnSpPr>
        <p:spPr>
          <a:xfrm flipV="1">
            <a:off x="9359900" y="3160712"/>
            <a:ext cx="12700" cy="933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7" name="Connector 726"/>
          <p:cNvCxnSpPr/>
          <p:nvPr/>
        </p:nvCxnSpPr>
        <p:spPr>
          <a:xfrm flipV="1">
            <a:off x="9372600" y="3033486"/>
            <a:ext cx="12700" cy="12722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8" name="Connector 727"/>
          <p:cNvCxnSpPr/>
          <p:nvPr/>
        </p:nvCxnSpPr>
        <p:spPr>
          <a:xfrm flipV="1">
            <a:off x="9385300" y="2878609"/>
            <a:ext cx="12700" cy="15487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9" name="Connector 728"/>
          <p:cNvCxnSpPr/>
          <p:nvPr/>
        </p:nvCxnSpPr>
        <p:spPr>
          <a:xfrm flipV="1">
            <a:off x="9398000" y="2713072"/>
            <a:ext cx="12700" cy="1655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0" name="Connector 729"/>
          <p:cNvCxnSpPr/>
          <p:nvPr/>
        </p:nvCxnSpPr>
        <p:spPr>
          <a:xfrm flipV="1">
            <a:off x="9410700" y="2562999"/>
            <a:ext cx="12700" cy="15007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1" name="Connector 730"/>
          <p:cNvCxnSpPr/>
          <p:nvPr/>
        </p:nvCxnSpPr>
        <p:spPr>
          <a:xfrm flipV="1">
            <a:off x="9423400" y="2457445"/>
            <a:ext cx="12700" cy="10555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2" name="Connector 731"/>
          <p:cNvCxnSpPr/>
          <p:nvPr/>
        </p:nvCxnSpPr>
        <p:spPr>
          <a:xfrm flipV="1">
            <a:off x="94361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3" name="Connector 732"/>
          <p:cNvCxnSpPr/>
          <p:nvPr/>
        </p:nvCxnSpPr>
        <p:spPr>
          <a:xfrm>
            <a:off x="94488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4" name="Connector 733"/>
          <p:cNvCxnSpPr/>
          <p:nvPr/>
        </p:nvCxnSpPr>
        <p:spPr>
          <a:xfrm>
            <a:off x="9461500" y="2457445"/>
            <a:ext cx="12700" cy="10555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5" name="Connector 734"/>
          <p:cNvCxnSpPr/>
          <p:nvPr/>
        </p:nvCxnSpPr>
        <p:spPr>
          <a:xfrm>
            <a:off x="9474200" y="2562999"/>
            <a:ext cx="12700" cy="15007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6" name="Connector 735"/>
          <p:cNvCxnSpPr/>
          <p:nvPr/>
        </p:nvCxnSpPr>
        <p:spPr>
          <a:xfrm>
            <a:off x="9486900" y="2713072"/>
            <a:ext cx="12700" cy="1655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7" name="Connector 736"/>
          <p:cNvCxnSpPr/>
          <p:nvPr/>
        </p:nvCxnSpPr>
        <p:spPr>
          <a:xfrm>
            <a:off x="9499600" y="2878609"/>
            <a:ext cx="12700" cy="15487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8" name="Connector 737"/>
          <p:cNvCxnSpPr/>
          <p:nvPr/>
        </p:nvCxnSpPr>
        <p:spPr>
          <a:xfrm>
            <a:off x="9512300" y="3033486"/>
            <a:ext cx="12700" cy="12722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9" name="Connector 738"/>
          <p:cNvCxnSpPr/>
          <p:nvPr/>
        </p:nvCxnSpPr>
        <p:spPr>
          <a:xfrm>
            <a:off x="9525000" y="3160712"/>
            <a:ext cx="12700" cy="933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0" name="Connector 739"/>
          <p:cNvCxnSpPr/>
          <p:nvPr/>
        </p:nvCxnSpPr>
        <p:spPr>
          <a:xfrm>
            <a:off x="9537700" y="3254049"/>
            <a:ext cx="12700" cy="617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1" name="Connector 740"/>
          <p:cNvCxnSpPr/>
          <p:nvPr/>
        </p:nvCxnSpPr>
        <p:spPr>
          <a:xfrm>
            <a:off x="9550400" y="3315794"/>
            <a:ext cx="12700" cy="3705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2" name="Connector 741"/>
          <p:cNvCxnSpPr/>
          <p:nvPr/>
        </p:nvCxnSpPr>
        <p:spPr>
          <a:xfrm>
            <a:off x="9563100" y="3352850"/>
            <a:ext cx="12700" cy="202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3" name="Connector 742"/>
          <p:cNvCxnSpPr/>
          <p:nvPr/>
        </p:nvCxnSpPr>
        <p:spPr>
          <a:xfrm>
            <a:off x="9575800" y="3373105"/>
            <a:ext cx="12700" cy="101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4" name="Connector 743"/>
          <p:cNvCxnSpPr/>
          <p:nvPr/>
        </p:nvCxnSpPr>
        <p:spPr>
          <a:xfrm>
            <a:off x="9588500" y="3383217"/>
            <a:ext cx="12700" cy="462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5" name="Connector 744"/>
          <p:cNvCxnSpPr/>
          <p:nvPr/>
        </p:nvCxnSpPr>
        <p:spPr>
          <a:xfrm>
            <a:off x="9601200" y="3387838"/>
            <a:ext cx="12700" cy="19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6" name="Connector 745"/>
          <p:cNvCxnSpPr/>
          <p:nvPr/>
        </p:nvCxnSpPr>
        <p:spPr>
          <a:xfrm>
            <a:off x="9613900" y="3389773"/>
            <a:ext cx="12700" cy="7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7" name="Connector 746"/>
          <p:cNvCxnSpPr/>
          <p:nvPr/>
        </p:nvCxnSpPr>
        <p:spPr>
          <a:xfrm>
            <a:off x="9626600" y="3390517"/>
            <a:ext cx="12700" cy="26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8" name="Connector 747"/>
          <p:cNvCxnSpPr/>
          <p:nvPr/>
        </p:nvCxnSpPr>
        <p:spPr>
          <a:xfrm>
            <a:off x="9639300" y="3390780"/>
            <a:ext cx="12700" cy="8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9" name="Connector 748"/>
          <p:cNvCxnSpPr/>
          <p:nvPr/>
        </p:nvCxnSpPr>
        <p:spPr>
          <a:xfrm>
            <a:off x="9652000" y="3390865"/>
            <a:ext cx="12700" cy="2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0" name="Connector 749"/>
          <p:cNvCxnSpPr/>
          <p:nvPr/>
        </p:nvCxnSpPr>
        <p:spPr>
          <a:xfrm>
            <a:off x="9664700" y="3390890"/>
            <a:ext cx="12700" cy="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1" name="Connector 750"/>
          <p:cNvCxnSpPr/>
          <p:nvPr/>
        </p:nvCxnSpPr>
        <p:spPr>
          <a:xfrm>
            <a:off x="9677400" y="33908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2" name="Connector 751"/>
          <p:cNvCxnSpPr/>
          <p:nvPr/>
        </p:nvCxnSpPr>
        <p:spPr>
          <a:xfrm>
            <a:off x="96901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3" name="Connector 752"/>
          <p:cNvCxnSpPr/>
          <p:nvPr/>
        </p:nvCxnSpPr>
        <p:spPr>
          <a:xfrm>
            <a:off x="97028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4" name="Connector 753"/>
          <p:cNvCxnSpPr/>
          <p:nvPr/>
        </p:nvCxnSpPr>
        <p:spPr>
          <a:xfrm>
            <a:off x="97155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5" name="Connector 754"/>
          <p:cNvCxnSpPr/>
          <p:nvPr/>
        </p:nvCxnSpPr>
        <p:spPr>
          <a:xfrm>
            <a:off x="97282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6" name="Connector 755"/>
          <p:cNvCxnSpPr/>
          <p:nvPr/>
        </p:nvCxnSpPr>
        <p:spPr>
          <a:xfrm>
            <a:off x="97409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7" name="Connector 756"/>
          <p:cNvCxnSpPr/>
          <p:nvPr/>
        </p:nvCxnSpPr>
        <p:spPr>
          <a:xfrm>
            <a:off x="97536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8" name="Connector 757"/>
          <p:cNvCxnSpPr/>
          <p:nvPr/>
        </p:nvCxnSpPr>
        <p:spPr>
          <a:xfrm>
            <a:off x="97663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9" name="Connector 758"/>
          <p:cNvCxnSpPr/>
          <p:nvPr/>
        </p:nvCxnSpPr>
        <p:spPr>
          <a:xfrm>
            <a:off x="97790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0" name="Connector 759"/>
          <p:cNvCxnSpPr/>
          <p:nvPr/>
        </p:nvCxnSpPr>
        <p:spPr>
          <a:xfrm>
            <a:off x="97917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1" name="Connector 760"/>
          <p:cNvCxnSpPr/>
          <p:nvPr/>
        </p:nvCxnSpPr>
        <p:spPr>
          <a:xfrm>
            <a:off x="98044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2" name="Connector 761"/>
          <p:cNvCxnSpPr/>
          <p:nvPr/>
        </p:nvCxnSpPr>
        <p:spPr>
          <a:xfrm>
            <a:off x="9817100" y="33908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" name="Connector 762"/>
          <p:cNvCxnSpPr/>
          <p:nvPr/>
        </p:nvCxnSpPr>
        <p:spPr>
          <a:xfrm>
            <a:off x="98298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4" name="Connector 763"/>
          <p:cNvCxnSpPr/>
          <p:nvPr/>
        </p:nvCxnSpPr>
        <p:spPr>
          <a:xfrm>
            <a:off x="9842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5" name="Connector 764"/>
          <p:cNvCxnSpPr/>
          <p:nvPr/>
        </p:nvCxnSpPr>
        <p:spPr>
          <a:xfrm>
            <a:off x="9855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6" name="Connector 765"/>
          <p:cNvCxnSpPr/>
          <p:nvPr/>
        </p:nvCxnSpPr>
        <p:spPr>
          <a:xfrm>
            <a:off x="9867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7" name="Connector 766"/>
          <p:cNvCxnSpPr/>
          <p:nvPr/>
        </p:nvCxnSpPr>
        <p:spPr>
          <a:xfrm>
            <a:off x="9880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8" name="Connector 767"/>
          <p:cNvCxnSpPr/>
          <p:nvPr/>
        </p:nvCxnSpPr>
        <p:spPr>
          <a:xfrm>
            <a:off x="9893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9" name="Connector 768"/>
          <p:cNvCxnSpPr/>
          <p:nvPr/>
        </p:nvCxnSpPr>
        <p:spPr>
          <a:xfrm>
            <a:off x="99060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0" name="Connector 769"/>
          <p:cNvCxnSpPr/>
          <p:nvPr/>
        </p:nvCxnSpPr>
        <p:spPr>
          <a:xfrm>
            <a:off x="99187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1" name="Connector 770"/>
          <p:cNvCxnSpPr/>
          <p:nvPr/>
        </p:nvCxnSpPr>
        <p:spPr>
          <a:xfrm flipV="1">
            <a:off x="9931400" y="33908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2" name="Connector 771"/>
          <p:cNvCxnSpPr/>
          <p:nvPr/>
        </p:nvCxnSpPr>
        <p:spPr>
          <a:xfrm>
            <a:off x="99441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3" name="Connector 772"/>
          <p:cNvCxnSpPr/>
          <p:nvPr/>
        </p:nvCxnSpPr>
        <p:spPr>
          <a:xfrm>
            <a:off x="99568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4" name="Connector 773"/>
          <p:cNvCxnSpPr/>
          <p:nvPr/>
        </p:nvCxnSpPr>
        <p:spPr>
          <a:xfrm>
            <a:off x="99695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5" name="Connector 774"/>
          <p:cNvCxnSpPr/>
          <p:nvPr/>
        </p:nvCxnSpPr>
        <p:spPr>
          <a:xfrm>
            <a:off x="99822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6" name="Connector 775"/>
          <p:cNvCxnSpPr/>
          <p:nvPr/>
        </p:nvCxnSpPr>
        <p:spPr>
          <a:xfrm>
            <a:off x="99949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7" name="Connector 776"/>
          <p:cNvCxnSpPr/>
          <p:nvPr/>
        </p:nvCxnSpPr>
        <p:spPr>
          <a:xfrm>
            <a:off x="100076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8" name="Connector 777"/>
          <p:cNvCxnSpPr/>
          <p:nvPr/>
        </p:nvCxnSpPr>
        <p:spPr>
          <a:xfrm>
            <a:off x="100203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9" name="Connector 778"/>
          <p:cNvCxnSpPr/>
          <p:nvPr/>
        </p:nvCxnSpPr>
        <p:spPr>
          <a:xfrm>
            <a:off x="100330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0" name="Connector 779"/>
          <p:cNvCxnSpPr/>
          <p:nvPr/>
        </p:nvCxnSpPr>
        <p:spPr>
          <a:xfrm>
            <a:off x="100457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1" name="Connector 780"/>
          <p:cNvCxnSpPr/>
          <p:nvPr/>
        </p:nvCxnSpPr>
        <p:spPr>
          <a:xfrm>
            <a:off x="100584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2" name="Connector 781"/>
          <p:cNvCxnSpPr/>
          <p:nvPr/>
        </p:nvCxnSpPr>
        <p:spPr>
          <a:xfrm flipV="1">
            <a:off x="10071100" y="33908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Connector 782"/>
          <p:cNvCxnSpPr/>
          <p:nvPr/>
        </p:nvCxnSpPr>
        <p:spPr>
          <a:xfrm flipV="1">
            <a:off x="10083800" y="3390890"/>
            <a:ext cx="12700" cy="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Connector 783"/>
          <p:cNvCxnSpPr/>
          <p:nvPr/>
        </p:nvCxnSpPr>
        <p:spPr>
          <a:xfrm flipV="1">
            <a:off x="10096500" y="3390865"/>
            <a:ext cx="12700" cy="2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Connector 784"/>
          <p:cNvCxnSpPr/>
          <p:nvPr/>
        </p:nvCxnSpPr>
        <p:spPr>
          <a:xfrm flipV="1">
            <a:off x="10109200" y="3390780"/>
            <a:ext cx="12700" cy="8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Connector 785"/>
          <p:cNvCxnSpPr/>
          <p:nvPr/>
        </p:nvCxnSpPr>
        <p:spPr>
          <a:xfrm flipV="1">
            <a:off x="10121900" y="3390517"/>
            <a:ext cx="12700" cy="26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Connector 786"/>
          <p:cNvCxnSpPr/>
          <p:nvPr/>
        </p:nvCxnSpPr>
        <p:spPr>
          <a:xfrm flipV="1">
            <a:off x="10134600" y="3389773"/>
            <a:ext cx="12700" cy="7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Connector 787"/>
          <p:cNvCxnSpPr/>
          <p:nvPr/>
        </p:nvCxnSpPr>
        <p:spPr>
          <a:xfrm flipV="1">
            <a:off x="10147300" y="3387838"/>
            <a:ext cx="12700" cy="19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9" name="Connector 788"/>
          <p:cNvCxnSpPr/>
          <p:nvPr/>
        </p:nvCxnSpPr>
        <p:spPr>
          <a:xfrm flipV="1">
            <a:off x="10160000" y="3383217"/>
            <a:ext cx="12700" cy="462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0" name="Connector 789"/>
          <p:cNvCxnSpPr/>
          <p:nvPr/>
        </p:nvCxnSpPr>
        <p:spPr>
          <a:xfrm flipV="1">
            <a:off x="10172700" y="3373105"/>
            <a:ext cx="12700" cy="101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1" name="Connector 790"/>
          <p:cNvCxnSpPr/>
          <p:nvPr/>
        </p:nvCxnSpPr>
        <p:spPr>
          <a:xfrm flipV="1">
            <a:off x="10185400" y="3352850"/>
            <a:ext cx="12700" cy="202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Connector 791"/>
          <p:cNvCxnSpPr/>
          <p:nvPr/>
        </p:nvCxnSpPr>
        <p:spPr>
          <a:xfrm flipV="1">
            <a:off x="10198100" y="3315794"/>
            <a:ext cx="12700" cy="3705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Connector 792"/>
          <p:cNvCxnSpPr/>
          <p:nvPr/>
        </p:nvCxnSpPr>
        <p:spPr>
          <a:xfrm flipV="1">
            <a:off x="10210800" y="3254049"/>
            <a:ext cx="12700" cy="617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Connector 793"/>
          <p:cNvCxnSpPr/>
          <p:nvPr/>
        </p:nvCxnSpPr>
        <p:spPr>
          <a:xfrm flipV="1">
            <a:off x="10223500" y="3160712"/>
            <a:ext cx="12700" cy="933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Connector 794"/>
          <p:cNvCxnSpPr/>
          <p:nvPr/>
        </p:nvCxnSpPr>
        <p:spPr>
          <a:xfrm flipV="1">
            <a:off x="10236200" y="3033486"/>
            <a:ext cx="12700" cy="12722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Connector 795"/>
          <p:cNvCxnSpPr/>
          <p:nvPr/>
        </p:nvCxnSpPr>
        <p:spPr>
          <a:xfrm flipV="1">
            <a:off x="10248900" y="2878609"/>
            <a:ext cx="12700" cy="15487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Connector 796"/>
          <p:cNvCxnSpPr/>
          <p:nvPr/>
        </p:nvCxnSpPr>
        <p:spPr>
          <a:xfrm flipV="1">
            <a:off x="10261600" y="2713072"/>
            <a:ext cx="12700" cy="1655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Connector 797"/>
          <p:cNvCxnSpPr/>
          <p:nvPr/>
        </p:nvCxnSpPr>
        <p:spPr>
          <a:xfrm flipV="1">
            <a:off x="10274300" y="2562999"/>
            <a:ext cx="12700" cy="15007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Connector 798"/>
          <p:cNvCxnSpPr/>
          <p:nvPr/>
        </p:nvCxnSpPr>
        <p:spPr>
          <a:xfrm flipV="1">
            <a:off x="10287000" y="2457445"/>
            <a:ext cx="12700" cy="10555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Connector 799"/>
          <p:cNvCxnSpPr/>
          <p:nvPr/>
        </p:nvCxnSpPr>
        <p:spPr>
          <a:xfrm flipV="1">
            <a:off x="102997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Connector 800"/>
          <p:cNvCxnSpPr/>
          <p:nvPr/>
        </p:nvCxnSpPr>
        <p:spPr>
          <a:xfrm>
            <a:off x="103124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Connector 801"/>
          <p:cNvCxnSpPr/>
          <p:nvPr/>
        </p:nvCxnSpPr>
        <p:spPr>
          <a:xfrm>
            <a:off x="10325100" y="2457445"/>
            <a:ext cx="12700" cy="10555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Connector 802"/>
          <p:cNvCxnSpPr/>
          <p:nvPr/>
        </p:nvCxnSpPr>
        <p:spPr>
          <a:xfrm>
            <a:off x="10337800" y="2562999"/>
            <a:ext cx="12700" cy="15007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Connector 803"/>
          <p:cNvCxnSpPr/>
          <p:nvPr/>
        </p:nvCxnSpPr>
        <p:spPr>
          <a:xfrm>
            <a:off x="10350500" y="2713072"/>
            <a:ext cx="12700" cy="1655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Connector 804"/>
          <p:cNvCxnSpPr/>
          <p:nvPr/>
        </p:nvCxnSpPr>
        <p:spPr>
          <a:xfrm>
            <a:off x="10363200" y="2878609"/>
            <a:ext cx="12700" cy="15487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Connector 805"/>
          <p:cNvCxnSpPr/>
          <p:nvPr/>
        </p:nvCxnSpPr>
        <p:spPr>
          <a:xfrm>
            <a:off x="10375900" y="3033486"/>
            <a:ext cx="12700" cy="12722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Connector 806"/>
          <p:cNvCxnSpPr/>
          <p:nvPr/>
        </p:nvCxnSpPr>
        <p:spPr>
          <a:xfrm>
            <a:off x="10388600" y="3160712"/>
            <a:ext cx="12700" cy="933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Connector 807"/>
          <p:cNvCxnSpPr/>
          <p:nvPr/>
        </p:nvCxnSpPr>
        <p:spPr>
          <a:xfrm>
            <a:off x="10401300" y="3254049"/>
            <a:ext cx="12700" cy="617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Connector 808"/>
          <p:cNvCxnSpPr/>
          <p:nvPr/>
        </p:nvCxnSpPr>
        <p:spPr>
          <a:xfrm>
            <a:off x="10414000" y="3315794"/>
            <a:ext cx="12700" cy="3705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Connector 809"/>
          <p:cNvCxnSpPr/>
          <p:nvPr/>
        </p:nvCxnSpPr>
        <p:spPr>
          <a:xfrm>
            <a:off x="10426700" y="3352850"/>
            <a:ext cx="12700" cy="202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Connector 810"/>
          <p:cNvCxnSpPr/>
          <p:nvPr/>
        </p:nvCxnSpPr>
        <p:spPr>
          <a:xfrm>
            <a:off x="10439400" y="3373105"/>
            <a:ext cx="12700" cy="101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Connector 811"/>
          <p:cNvCxnSpPr/>
          <p:nvPr/>
        </p:nvCxnSpPr>
        <p:spPr>
          <a:xfrm>
            <a:off x="10452100" y="3383217"/>
            <a:ext cx="12700" cy="462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Connector 812"/>
          <p:cNvCxnSpPr/>
          <p:nvPr/>
        </p:nvCxnSpPr>
        <p:spPr>
          <a:xfrm>
            <a:off x="10464800" y="3387838"/>
            <a:ext cx="12700" cy="19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Connector 813"/>
          <p:cNvCxnSpPr/>
          <p:nvPr/>
        </p:nvCxnSpPr>
        <p:spPr>
          <a:xfrm>
            <a:off x="10477500" y="3389773"/>
            <a:ext cx="12700" cy="7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Connector 814"/>
          <p:cNvCxnSpPr/>
          <p:nvPr/>
        </p:nvCxnSpPr>
        <p:spPr>
          <a:xfrm>
            <a:off x="10490200" y="3390517"/>
            <a:ext cx="12700" cy="26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Connector 815"/>
          <p:cNvCxnSpPr/>
          <p:nvPr/>
        </p:nvCxnSpPr>
        <p:spPr>
          <a:xfrm>
            <a:off x="10502900" y="3390780"/>
            <a:ext cx="12700" cy="8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Connector 816"/>
          <p:cNvCxnSpPr/>
          <p:nvPr/>
        </p:nvCxnSpPr>
        <p:spPr>
          <a:xfrm>
            <a:off x="10515600" y="3390865"/>
            <a:ext cx="12700" cy="2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8" name="Connector 817"/>
          <p:cNvCxnSpPr/>
          <p:nvPr/>
        </p:nvCxnSpPr>
        <p:spPr>
          <a:xfrm>
            <a:off x="10528300" y="3390890"/>
            <a:ext cx="12700" cy="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Connector 818"/>
          <p:cNvCxnSpPr/>
          <p:nvPr/>
        </p:nvCxnSpPr>
        <p:spPr>
          <a:xfrm>
            <a:off x="10541000" y="33908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0" name="Connector 819"/>
          <p:cNvCxnSpPr/>
          <p:nvPr/>
        </p:nvCxnSpPr>
        <p:spPr>
          <a:xfrm>
            <a:off x="105537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Connector 820"/>
          <p:cNvCxnSpPr/>
          <p:nvPr/>
        </p:nvCxnSpPr>
        <p:spPr>
          <a:xfrm>
            <a:off x="105664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2" name="Connector 821"/>
          <p:cNvCxnSpPr/>
          <p:nvPr/>
        </p:nvCxnSpPr>
        <p:spPr>
          <a:xfrm>
            <a:off x="105791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3" name="Connector 822"/>
          <p:cNvCxnSpPr/>
          <p:nvPr/>
        </p:nvCxnSpPr>
        <p:spPr>
          <a:xfrm>
            <a:off x="105918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4" name="Connector 823"/>
          <p:cNvCxnSpPr/>
          <p:nvPr/>
        </p:nvCxnSpPr>
        <p:spPr>
          <a:xfrm>
            <a:off x="106045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Connector 824"/>
          <p:cNvCxnSpPr/>
          <p:nvPr/>
        </p:nvCxnSpPr>
        <p:spPr>
          <a:xfrm>
            <a:off x="106172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Connector 825"/>
          <p:cNvCxnSpPr/>
          <p:nvPr/>
        </p:nvCxnSpPr>
        <p:spPr>
          <a:xfrm>
            <a:off x="106299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Connector 826"/>
          <p:cNvCxnSpPr/>
          <p:nvPr/>
        </p:nvCxnSpPr>
        <p:spPr>
          <a:xfrm>
            <a:off x="106426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Connector 827"/>
          <p:cNvCxnSpPr/>
          <p:nvPr/>
        </p:nvCxnSpPr>
        <p:spPr>
          <a:xfrm>
            <a:off x="106553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Connector 828"/>
          <p:cNvCxnSpPr/>
          <p:nvPr/>
        </p:nvCxnSpPr>
        <p:spPr>
          <a:xfrm>
            <a:off x="106680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Connector 829"/>
          <p:cNvCxnSpPr/>
          <p:nvPr/>
        </p:nvCxnSpPr>
        <p:spPr>
          <a:xfrm>
            <a:off x="10680700" y="33908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1" name="Connector 830"/>
          <p:cNvCxnSpPr/>
          <p:nvPr/>
        </p:nvCxnSpPr>
        <p:spPr>
          <a:xfrm>
            <a:off x="106934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2" name="Connector 831"/>
          <p:cNvCxnSpPr/>
          <p:nvPr/>
        </p:nvCxnSpPr>
        <p:spPr>
          <a:xfrm>
            <a:off x="107061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3" name="Connector 832"/>
          <p:cNvCxnSpPr/>
          <p:nvPr/>
        </p:nvCxnSpPr>
        <p:spPr>
          <a:xfrm>
            <a:off x="107188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4" name="Connector 833"/>
          <p:cNvCxnSpPr/>
          <p:nvPr/>
        </p:nvCxnSpPr>
        <p:spPr>
          <a:xfrm>
            <a:off x="107315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5" name="Connector 834"/>
          <p:cNvCxnSpPr/>
          <p:nvPr/>
        </p:nvCxnSpPr>
        <p:spPr>
          <a:xfrm>
            <a:off x="107442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6" name="Connector 835"/>
          <p:cNvCxnSpPr/>
          <p:nvPr/>
        </p:nvCxnSpPr>
        <p:spPr>
          <a:xfrm>
            <a:off x="107569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7" name="Connector 836"/>
          <p:cNvCxnSpPr/>
          <p:nvPr/>
        </p:nvCxnSpPr>
        <p:spPr>
          <a:xfrm>
            <a:off x="107696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8" name="Connector 837"/>
          <p:cNvCxnSpPr/>
          <p:nvPr/>
        </p:nvCxnSpPr>
        <p:spPr>
          <a:xfrm>
            <a:off x="10782300" y="3390900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9" name="Connector 838"/>
          <p:cNvCxnSpPr/>
          <p:nvPr/>
        </p:nvCxnSpPr>
        <p:spPr>
          <a:xfrm flipV="1">
            <a:off x="10795000" y="3390899"/>
            <a:ext cx="12700" cy="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0" name="Connector 839"/>
          <p:cNvCxnSpPr/>
          <p:nvPr/>
        </p:nvCxnSpPr>
        <p:spPr>
          <a:xfrm>
            <a:off x="108077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1" name="Connector 840"/>
          <p:cNvCxnSpPr/>
          <p:nvPr/>
        </p:nvCxnSpPr>
        <p:spPr>
          <a:xfrm>
            <a:off x="108204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2" name="Connector 841"/>
          <p:cNvCxnSpPr/>
          <p:nvPr/>
        </p:nvCxnSpPr>
        <p:spPr>
          <a:xfrm>
            <a:off x="108331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3" name="Connector 842"/>
          <p:cNvCxnSpPr/>
          <p:nvPr/>
        </p:nvCxnSpPr>
        <p:spPr>
          <a:xfrm>
            <a:off x="108458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4" name="Connector 843"/>
          <p:cNvCxnSpPr/>
          <p:nvPr/>
        </p:nvCxnSpPr>
        <p:spPr>
          <a:xfrm>
            <a:off x="108585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5" name="Connector 844"/>
          <p:cNvCxnSpPr/>
          <p:nvPr/>
        </p:nvCxnSpPr>
        <p:spPr>
          <a:xfrm>
            <a:off x="108712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6" name="Connector 845"/>
          <p:cNvCxnSpPr/>
          <p:nvPr/>
        </p:nvCxnSpPr>
        <p:spPr>
          <a:xfrm>
            <a:off x="108839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7" name="Connector 846"/>
          <p:cNvCxnSpPr/>
          <p:nvPr/>
        </p:nvCxnSpPr>
        <p:spPr>
          <a:xfrm>
            <a:off x="108966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8" name="Connector 847"/>
          <p:cNvCxnSpPr/>
          <p:nvPr/>
        </p:nvCxnSpPr>
        <p:spPr>
          <a:xfrm>
            <a:off x="109093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9" name="Connector 848"/>
          <p:cNvCxnSpPr/>
          <p:nvPr/>
        </p:nvCxnSpPr>
        <p:spPr>
          <a:xfrm>
            <a:off x="10922000" y="3390899"/>
            <a:ext cx="12700" cy="0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0" name="Connector 849"/>
          <p:cNvCxnSpPr/>
          <p:nvPr/>
        </p:nvCxnSpPr>
        <p:spPr>
          <a:xfrm flipV="1">
            <a:off x="10934700" y="3390897"/>
            <a:ext cx="12700" cy="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1" name="Connector 850"/>
          <p:cNvCxnSpPr/>
          <p:nvPr/>
        </p:nvCxnSpPr>
        <p:spPr>
          <a:xfrm flipV="1">
            <a:off x="10947400" y="3390890"/>
            <a:ext cx="12700" cy="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2" name="Connector 851"/>
          <p:cNvCxnSpPr/>
          <p:nvPr/>
        </p:nvCxnSpPr>
        <p:spPr>
          <a:xfrm flipV="1">
            <a:off x="10960100" y="3390865"/>
            <a:ext cx="12700" cy="2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3" name="Connector 852"/>
          <p:cNvCxnSpPr/>
          <p:nvPr/>
        </p:nvCxnSpPr>
        <p:spPr>
          <a:xfrm flipV="1">
            <a:off x="10972800" y="3390780"/>
            <a:ext cx="12700" cy="8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4" name="Connector 853"/>
          <p:cNvCxnSpPr/>
          <p:nvPr/>
        </p:nvCxnSpPr>
        <p:spPr>
          <a:xfrm flipV="1">
            <a:off x="10985500" y="3390517"/>
            <a:ext cx="12700" cy="26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5" name="Connector 854"/>
          <p:cNvCxnSpPr/>
          <p:nvPr/>
        </p:nvCxnSpPr>
        <p:spPr>
          <a:xfrm flipV="1">
            <a:off x="10998200" y="3389773"/>
            <a:ext cx="12700" cy="74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6" name="Connector 855"/>
          <p:cNvCxnSpPr/>
          <p:nvPr/>
        </p:nvCxnSpPr>
        <p:spPr>
          <a:xfrm flipV="1">
            <a:off x="11010900" y="3387838"/>
            <a:ext cx="12700" cy="193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7" name="Connector 856"/>
          <p:cNvCxnSpPr/>
          <p:nvPr/>
        </p:nvCxnSpPr>
        <p:spPr>
          <a:xfrm flipV="1">
            <a:off x="11023600" y="3383217"/>
            <a:ext cx="12700" cy="4621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8" name="Connector 857"/>
          <p:cNvCxnSpPr/>
          <p:nvPr/>
        </p:nvCxnSpPr>
        <p:spPr>
          <a:xfrm flipV="1">
            <a:off x="11036300" y="3373105"/>
            <a:ext cx="12700" cy="10112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9" name="Connector 858"/>
          <p:cNvCxnSpPr/>
          <p:nvPr/>
        </p:nvCxnSpPr>
        <p:spPr>
          <a:xfrm flipV="1">
            <a:off x="11049000" y="3352850"/>
            <a:ext cx="12700" cy="2025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0" name="Connector 859"/>
          <p:cNvCxnSpPr/>
          <p:nvPr/>
        </p:nvCxnSpPr>
        <p:spPr>
          <a:xfrm flipV="1">
            <a:off x="11061700" y="3315794"/>
            <a:ext cx="12700" cy="3705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1" name="Connector 860"/>
          <p:cNvCxnSpPr/>
          <p:nvPr/>
        </p:nvCxnSpPr>
        <p:spPr>
          <a:xfrm flipV="1">
            <a:off x="11074400" y="3254049"/>
            <a:ext cx="12700" cy="6174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2" name="Connector 861"/>
          <p:cNvCxnSpPr/>
          <p:nvPr/>
        </p:nvCxnSpPr>
        <p:spPr>
          <a:xfrm flipV="1">
            <a:off x="11087100" y="3160712"/>
            <a:ext cx="12700" cy="933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3" name="Connector 862"/>
          <p:cNvCxnSpPr/>
          <p:nvPr/>
        </p:nvCxnSpPr>
        <p:spPr>
          <a:xfrm flipV="1">
            <a:off x="11099800" y="3033486"/>
            <a:ext cx="12700" cy="127226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4" name="Connector 863"/>
          <p:cNvCxnSpPr/>
          <p:nvPr/>
        </p:nvCxnSpPr>
        <p:spPr>
          <a:xfrm flipV="1">
            <a:off x="11112500" y="2878609"/>
            <a:ext cx="12700" cy="15487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5" name="Connector 864"/>
          <p:cNvCxnSpPr/>
          <p:nvPr/>
        </p:nvCxnSpPr>
        <p:spPr>
          <a:xfrm flipV="1">
            <a:off x="11125200" y="2713072"/>
            <a:ext cx="12700" cy="165537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6" name="Connector 865"/>
          <p:cNvCxnSpPr/>
          <p:nvPr/>
        </p:nvCxnSpPr>
        <p:spPr>
          <a:xfrm flipV="1">
            <a:off x="11137900" y="2562999"/>
            <a:ext cx="12700" cy="150073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7" name="Connector 866"/>
          <p:cNvCxnSpPr/>
          <p:nvPr/>
        </p:nvCxnSpPr>
        <p:spPr>
          <a:xfrm flipV="1">
            <a:off x="11150600" y="2457445"/>
            <a:ext cx="12700" cy="105554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8" name="Connector 867"/>
          <p:cNvCxnSpPr/>
          <p:nvPr/>
        </p:nvCxnSpPr>
        <p:spPr>
          <a:xfrm flipV="1">
            <a:off x="111633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9" name="Connector 868"/>
          <p:cNvCxnSpPr/>
          <p:nvPr/>
        </p:nvCxnSpPr>
        <p:spPr>
          <a:xfrm>
            <a:off x="11176000" y="2419350"/>
            <a:ext cx="12700" cy="38095"/>
          </a:xfrm>
          <a:prstGeom prst="line">
            <a:avLst/>
          </a:prstGeom>
          <a:ln w="25400">
            <a:solidFill>
              <a:srgbClr val="8061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0" name="TextBox 869"/>
          <p:cNvSpPr txBox="1"/>
          <p:nvPr/>
        </p:nvSpPr>
        <p:spPr>
          <a:xfrm>
            <a:off x="8420100" y="3937000"/>
            <a:ext cx="2921000" cy="7322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8061AC"/>
                </a:solidFill>
                <a:latin typeface="DejaVu Sans"/>
              </a:defRPr>
            </a:pPr>
            <a:r>
              <a:t>¿Qué bases tiene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8061AC"/>
                </a:solidFill>
                <a:latin typeface="DejaVu Sans"/>
              </a:defRPr>
            </a:pPr>
            <a:r>
              <a:t>esta región?</a:t>
            </a:r>
          </a:p>
        </p:txBody>
      </p:sp>
      <p:sp>
        <p:nvSpPr>
          <p:cNvPr id="871" name="Rounded Rectangle 870"/>
          <p:cNvSpPr/>
          <p:nvPr/>
        </p:nvSpPr>
        <p:spPr>
          <a:xfrm>
            <a:off x="609600" y="5689600"/>
            <a:ext cx="10972800" cy="571500"/>
          </a:xfrm>
          <a:prstGeom prst="roundRect">
            <a:avLst/>
          </a:prstGeom>
          <a:solidFill>
            <a:srgbClr val="E1E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TextBox 871"/>
          <p:cNvSpPr txBox="1"/>
          <p:nvPr/>
        </p:nvSpPr>
        <p:spPr>
          <a:xfrm>
            <a:off x="800100" y="5816600"/>
            <a:ext cx="10579100" cy="310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7F86"/>
                </a:solidFill>
                <a:latin typeface="DejaVu Sans"/>
              </a:defRPr>
            </a:pPr>
            <a:r>
              <a:t>En cada caso: elige técnica + control + un cálculo que necesites.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CIERRE CON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Tres respuestas para llevarte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[2–4,6–9]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300" y="1841500"/>
            <a:ext cx="109347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" y="2057400"/>
            <a:ext cx="457200" cy="457200"/>
          </a:xfrm>
          <a:prstGeom prst="ellipse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9800" y="2108200"/>
            <a:ext cx="444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8600" y="1955800"/>
            <a:ext cx="9779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F86"/>
                </a:solidFill>
                <a:latin typeface="DejaVu Sans"/>
              </a:defRPr>
            </a:pPr>
            <a:r>
              <a:t>Expresión → RT-qPCR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8600" y="2413000"/>
            <a:ext cx="97790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Control −RT y referencias validadas. Ejemplo: 8 veces.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00" y="3086100"/>
            <a:ext cx="109347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" y="3302000"/>
            <a:ext cx="457200" cy="457200"/>
          </a:xfrm>
          <a:prstGeom prst="ellipse">
            <a:avLst/>
          </a:prstGeom>
          <a:solidFill>
            <a:srgbClr val="427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3352800"/>
            <a:ext cx="444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8600" y="3200400"/>
            <a:ext cx="9779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4276C8"/>
                </a:solidFill>
                <a:latin typeface="DejaVu Sans"/>
              </a:defRPr>
            </a:pPr>
            <a:r>
              <a:t>Variante conocida → dPCR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8600" y="3657600"/>
            <a:ext cx="97790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Blancos y entrada suficiente. Ejemplo: contar + y −.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00" y="4330700"/>
            <a:ext cx="10934700" cy="1079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100" y="4546600"/>
            <a:ext cx="457200" cy="457200"/>
          </a:xfrm>
          <a:prstGeom prst="ellipse">
            <a:avLst/>
          </a:prstGeom>
          <a:solidFill>
            <a:srgbClr val="8061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800" y="4597400"/>
            <a:ext cx="444500" cy="4042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FFFFF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8600" y="4445000"/>
            <a:ext cx="9779000" cy="4354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8061AC"/>
                </a:solidFill>
                <a:latin typeface="DejaVu Sans"/>
              </a:defRPr>
            </a:pPr>
            <a:r>
              <a:t>Secuencia de una región → PCR + Sanger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8600" y="4902200"/>
            <a:ext cx="9779000" cy="3573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83443"/>
                </a:solidFill>
                <a:latin typeface="DejaVu Sans"/>
              </a:defRPr>
            </a:pPr>
            <a:r>
              <a:t>Amplicón único y purificado. Ejemplo: enviar 2 µL.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7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330200"/>
            <a:ext cx="10985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FUENTES DE LA CLASE Y DE LOS ANEXOS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73100"/>
            <a:ext cx="10972800" cy="5292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83443"/>
                </a:solidFill>
                <a:latin typeface="DejaVu Sans"/>
              </a:defRPr>
            </a:pPr>
            <a: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502400"/>
            <a:ext cx="102235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7717D"/>
                </a:solidFill>
                <a:latin typeface="DejaVu Sans"/>
              </a:defRPr>
            </a:pPr>
            <a:r>
              <a:t>[1–4] Artículos adjuntos · [5–9] Textos y metodología.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12500" y="6464300"/>
            <a:ext cx="5080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7F86"/>
                </a:solidFill>
                <a:latin typeface="DejaVu Sans"/>
              </a:defRPr>
            </a:pPr>
            <a: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300" y="1651000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[1] Orlando C, Pinzani P, Pazzagli M. (1998).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300" y="1904873"/>
            <a:ext cx="52832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Developments in Quantitative PCR.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Clin Chem Lab Med, 36(5), 255–269.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300" y="2447798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[2] Bustin SA, Mueller R. (2005).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00" y="2701671"/>
            <a:ext cx="5283200" cy="6619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Real-time reverse transcription PCR (qRT-PCR) and its potential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use in clinical diagnosis. Clin Sci, 109, 365–379.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10.1042/CS20050086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00" y="3439858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[3] Zhu H et al. (2020).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00" y="3693731"/>
            <a:ext cx="5283200" cy="6619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PCR past, present and future.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BioTechniques, 69(4), 317–325.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10.2144/btn-2020-0057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00" y="4431919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[4] Trouchet A et al. (2025).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" y="4685792"/>
            <a:ext cx="5283200" cy="6619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Digital PCR: from early developments to its future application in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clinics. Lab Chip, 25, 3921–3961.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10.1039/d5lc00055f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3800" y="1651000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[5] Green MR, Sambrook J. (2012).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3800" y="1904873"/>
            <a:ext cx="52832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Molecular Cloning: A Laboratory Manual.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4.ª ed. Cold Spring Harbor Laboratory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3800" y="2447798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[6] Bustin SA et al. (2009).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3800" y="2701671"/>
            <a:ext cx="52832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The MIQE guidelines. Clin Chem, 55, 611–622.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10.1373/clinchem.2008.112797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3800" y="3244596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[7] Livak KJ, Schmittgen TD. (2001).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3800" y="3498469"/>
            <a:ext cx="5283200" cy="857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Analysis of relative gene expression data using real-time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quantitative PCR and the 2−ΔΔCT method. Methods, 25,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402–408.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10.1006/meth.2001.1262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3800" y="4431919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[8] Huggett JF et al. (2013).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3800" y="4685792"/>
            <a:ext cx="5283200" cy="6619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The digital MIQE guidelines.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Clin Chem, 59, 892–902.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DOI: 10.1373/clinchem.2013.206375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3800" y="5423979"/>
            <a:ext cx="528320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7F86"/>
                </a:solidFill>
                <a:latin typeface="DejaVu Sans"/>
              </a:defRPr>
            </a:pPr>
            <a:r>
              <a:t>[9] Brown TA. (2020).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3800" y="5677852"/>
            <a:ext cx="5283200" cy="466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Gene Cloning and DNA Analysis: An Introduction.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83443"/>
                </a:solidFill>
                <a:latin typeface="DejaVu Sans"/>
              </a:defRPr>
            </a:pPr>
            <a:r>
              <a:t>8.ª ed. Wiley-Blackwell.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